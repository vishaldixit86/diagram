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6"/>
  </p:notesMasterIdLst>
  <p:sldIdLst>
    <p:sldId id="2147478726" r:id="rId3"/>
    <p:sldId id="2147481343" r:id="rId4"/>
    <p:sldId id="2147481344"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391BABF-746F-4944-8317-9A8555CA5F20}" v="3" dt="2026-07-10T14:28:31.50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114" autoAdjust="0"/>
    <p:restoredTop sz="94660"/>
  </p:normalViewPr>
  <p:slideViewPr>
    <p:cSldViewPr snapToGrid="0">
      <p:cViewPr varScale="1">
        <p:scale>
          <a:sx n="72" d="100"/>
          <a:sy n="72" d="100"/>
        </p:scale>
        <p:origin x="76"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microsoft.com/office/2015/10/relationships/revisionInfo" Target="revisionInfo.xml"/><Relationship Id="rId5" Type="http://schemas.openxmlformats.org/officeDocument/2006/relationships/slide" Target="slides/slide3.xml"/><Relationship Id="rId10"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CEA9729-5A32-452D-AE62-D6F132111F66}" type="doc">
      <dgm:prSet loTypeId="urn:microsoft.com/office/officeart/2005/8/layout/gear1" loCatId="cycle" qsTypeId="urn:microsoft.com/office/officeart/2005/8/quickstyle/simple1" qsCatId="simple" csTypeId="urn:microsoft.com/office/officeart/2005/8/colors/accent1_2" csCatId="accent1" phldr="1"/>
      <dgm:spPr/>
    </dgm:pt>
    <dgm:pt modelId="{A500B12F-019C-4346-B4B4-2EAE979C26B2}">
      <dgm:prSet phldrT="[Text]" custT="1"/>
      <dgm:spPr>
        <a:solidFill>
          <a:srgbClr val="545253"/>
        </a:solidFill>
      </dgm:spPr>
      <dgm:t>
        <a:bodyPr/>
        <a:lstStyle/>
        <a:p>
          <a:r>
            <a:rPr lang="en-US" sz="600" dirty="0">
              <a:solidFill>
                <a:schemeClr val="bg1"/>
              </a:solidFill>
            </a:rPr>
            <a:t>Feature Engineering</a:t>
          </a:r>
        </a:p>
      </dgm:t>
    </dgm:pt>
    <dgm:pt modelId="{71932D67-F8F0-413E-84CE-A5ADF7E548EF}" type="parTrans" cxnId="{0C9FF83A-4EA9-4D58-B583-FC64AB0EF184}">
      <dgm:prSet/>
      <dgm:spPr/>
      <dgm:t>
        <a:bodyPr/>
        <a:lstStyle/>
        <a:p>
          <a:endParaRPr lang="en-US" sz="600"/>
        </a:p>
      </dgm:t>
    </dgm:pt>
    <dgm:pt modelId="{CC8B7D75-CA79-465D-BE57-A3377E95B7D6}" type="sibTrans" cxnId="{0C9FF83A-4EA9-4D58-B583-FC64AB0EF184}">
      <dgm:prSet/>
      <dgm:spPr/>
      <dgm:t>
        <a:bodyPr/>
        <a:lstStyle/>
        <a:p>
          <a:endParaRPr lang="en-US" sz="600"/>
        </a:p>
      </dgm:t>
    </dgm:pt>
    <dgm:pt modelId="{9EF453B1-643E-433E-9696-07C0373DA0E9}">
      <dgm:prSet phldrT="[Text]" custT="1"/>
      <dgm:spPr/>
      <dgm:t>
        <a:bodyPr/>
        <a:lstStyle/>
        <a:p>
          <a:r>
            <a:rPr lang="en-US" sz="400" dirty="0">
              <a:solidFill>
                <a:schemeClr val="bg1"/>
              </a:solidFill>
            </a:rPr>
            <a:t>Feature Extraction</a:t>
          </a:r>
        </a:p>
      </dgm:t>
    </dgm:pt>
    <dgm:pt modelId="{7B7E9772-FFC0-4143-9862-5427884C32E0}" type="parTrans" cxnId="{EB3F9226-062D-4C45-939B-14996B4CE2C4}">
      <dgm:prSet/>
      <dgm:spPr/>
      <dgm:t>
        <a:bodyPr/>
        <a:lstStyle/>
        <a:p>
          <a:endParaRPr lang="en-US" sz="600"/>
        </a:p>
      </dgm:t>
    </dgm:pt>
    <dgm:pt modelId="{1B43F51A-966F-449D-8680-DF0DB6D0105F}" type="sibTrans" cxnId="{EB3F9226-062D-4C45-939B-14996B4CE2C4}">
      <dgm:prSet/>
      <dgm:spPr/>
      <dgm:t>
        <a:bodyPr/>
        <a:lstStyle/>
        <a:p>
          <a:endParaRPr lang="en-US" sz="600"/>
        </a:p>
      </dgm:t>
    </dgm:pt>
    <dgm:pt modelId="{831ED20B-2BAA-45E4-9553-6175618F58B7}">
      <dgm:prSet phldrT="[Text]" custT="1"/>
      <dgm:spPr>
        <a:solidFill>
          <a:srgbClr val="F2BD57"/>
        </a:solidFill>
      </dgm:spPr>
      <dgm:t>
        <a:bodyPr/>
        <a:lstStyle/>
        <a:p>
          <a:r>
            <a:rPr lang="en-US" sz="600" b="0" dirty="0">
              <a:solidFill>
                <a:schemeClr val="tx1"/>
              </a:solidFill>
            </a:rPr>
            <a:t>EDA</a:t>
          </a:r>
        </a:p>
      </dgm:t>
    </dgm:pt>
    <dgm:pt modelId="{0243E7A2-48F8-4394-A22C-B5D2CEE5C543}" type="parTrans" cxnId="{7611E334-F8C0-4A12-AE6E-0FE06A6DE609}">
      <dgm:prSet/>
      <dgm:spPr/>
      <dgm:t>
        <a:bodyPr/>
        <a:lstStyle/>
        <a:p>
          <a:endParaRPr lang="en-US" sz="600"/>
        </a:p>
      </dgm:t>
    </dgm:pt>
    <dgm:pt modelId="{A691A0DE-83BB-41B8-BDC5-895E3DC5B9CB}" type="sibTrans" cxnId="{7611E334-F8C0-4A12-AE6E-0FE06A6DE609}">
      <dgm:prSet/>
      <dgm:spPr/>
      <dgm:t>
        <a:bodyPr/>
        <a:lstStyle/>
        <a:p>
          <a:endParaRPr lang="en-US" sz="600"/>
        </a:p>
      </dgm:t>
    </dgm:pt>
    <dgm:pt modelId="{46447BE9-EE72-42A1-9506-4E1EAA23886B}" type="pres">
      <dgm:prSet presAssocID="{9CEA9729-5A32-452D-AE62-D6F132111F66}" presName="composite" presStyleCnt="0">
        <dgm:presLayoutVars>
          <dgm:chMax val="3"/>
          <dgm:animLvl val="lvl"/>
          <dgm:resizeHandles val="exact"/>
        </dgm:presLayoutVars>
      </dgm:prSet>
      <dgm:spPr/>
    </dgm:pt>
    <dgm:pt modelId="{461B15B4-EDB8-4CE6-9777-4C918014640D}" type="pres">
      <dgm:prSet presAssocID="{A500B12F-019C-4346-B4B4-2EAE979C26B2}" presName="gear1" presStyleLbl="node1" presStyleIdx="0" presStyleCnt="3">
        <dgm:presLayoutVars>
          <dgm:chMax val="1"/>
          <dgm:bulletEnabled val="1"/>
        </dgm:presLayoutVars>
      </dgm:prSet>
      <dgm:spPr/>
    </dgm:pt>
    <dgm:pt modelId="{770D9900-971E-463E-BF91-298F971FC7B4}" type="pres">
      <dgm:prSet presAssocID="{A500B12F-019C-4346-B4B4-2EAE979C26B2}" presName="gear1srcNode" presStyleLbl="node1" presStyleIdx="0" presStyleCnt="3"/>
      <dgm:spPr/>
    </dgm:pt>
    <dgm:pt modelId="{DCC195A6-28A8-41E1-AED0-EA5806D0B838}" type="pres">
      <dgm:prSet presAssocID="{A500B12F-019C-4346-B4B4-2EAE979C26B2}" presName="gear1dstNode" presStyleLbl="node1" presStyleIdx="0" presStyleCnt="3"/>
      <dgm:spPr/>
    </dgm:pt>
    <dgm:pt modelId="{3BBCA09A-3514-434F-8D97-4AA4282769E2}" type="pres">
      <dgm:prSet presAssocID="{9EF453B1-643E-433E-9696-07C0373DA0E9}" presName="gear2" presStyleLbl="node1" presStyleIdx="1" presStyleCnt="3" custLinFactNeighborX="1604" custLinFactNeighborY="-512">
        <dgm:presLayoutVars>
          <dgm:chMax val="1"/>
          <dgm:bulletEnabled val="1"/>
        </dgm:presLayoutVars>
      </dgm:prSet>
      <dgm:spPr/>
    </dgm:pt>
    <dgm:pt modelId="{B3CCCC95-431B-4CA4-828C-234B0D25BFB7}" type="pres">
      <dgm:prSet presAssocID="{9EF453B1-643E-433E-9696-07C0373DA0E9}" presName="gear2srcNode" presStyleLbl="node1" presStyleIdx="1" presStyleCnt="3"/>
      <dgm:spPr/>
    </dgm:pt>
    <dgm:pt modelId="{694756C9-C509-4A18-980D-C127A57FB70E}" type="pres">
      <dgm:prSet presAssocID="{9EF453B1-643E-433E-9696-07C0373DA0E9}" presName="gear2dstNode" presStyleLbl="node1" presStyleIdx="1" presStyleCnt="3"/>
      <dgm:spPr/>
    </dgm:pt>
    <dgm:pt modelId="{0071DE52-9FDE-47EE-9FB9-D94E0B6CE326}" type="pres">
      <dgm:prSet presAssocID="{831ED20B-2BAA-45E4-9553-6175618F58B7}" presName="gear3" presStyleLbl="node1" presStyleIdx="2" presStyleCnt="3" custScaleX="122209" custScaleY="120170" custLinFactNeighborX="5237" custLinFactNeighborY="-4346"/>
      <dgm:spPr/>
    </dgm:pt>
    <dgm:pt modelId="{38D604C6-12FA-4EAC-9EE7-91DC8D07B5E6}" type="pres">
      <dgm:prSet presAssocID="{831ED20B-2BAA-45E4-9553-6175618F58B7}" presName="gear3tx" presStyleLbl="node1" presStyleIdx="2" presStyleCnt="3">
        <dgm:presLayoutVars>
          <dgm:chMax val="1"/>
          <dgm:bulletEnabled val="1"/>
        </dgm:presLayoutVars>
      </dgm:prSet>
      <dgm:spPr/>
    </dgm:pt>
    <dgm:pt modelId="{EF1B4521-2BC3-43A0-B0C4-722715C05791}" type="pres">
      <dgm:prSet presAssocID="{831ED20B-2BAA-45E4-9553-6175618F58B7}" presName="gear3srcNode" presStyleLbl="node1" presStyleIdx="2" presStyleCnt="3"/>
      <dgm:spPr/>
    </dgm:pt>
    <dgm:pt modelId="{D8341747-D371-49EB-9D2B-9E5FFB284167}" type="pres">
      <dgm:prSet presAssocID="{831ED20B-2BAA-45E4-9553-6175618F58B7}" presName="gear3dstNode" presStyleLbl="node1" presStyleIdx="2" presStyleCnt="3"/>
      <dgm:spPr/>
    </dgm:pt>
    <dgm:pt modelId="{60DE261E-5216-4D07-9C93-F1339B21A0E0}" type="pres">
      <dgm:prSet presAssocID="{CC8B7D75-CA79-465D-BE57-A3377E95B7D6}" presName="connector1" presStyleLbl="sibTrans2D1" presStyleIdx="0" presStyleCnt="3"/>
      <dgm:spPr/>
    </dgm:pt>
    <dgm:pt modelId="{DE11E3CC-47EF-43DF-83A0-D18FA80FD246}" type="pres">
      <dgm:prSet presAssocID="{1B43F51A-966F-449D-8680-DF0DB6D0105F}" presName="connector2" presStyleLbl="sibTrans2D1" presStyleIdx="1" presStyleCnt="3"/>
      <dgm:spPr/>
    </dgm:pt>
    <dgm:pt modelId="{4F87B6AA-42E0-480E-95AF-F19EB5A9F639}" type="pres">
      <dgm:prSet presAssocID="{A691A0DE-83BB-41B8-BDC5-895E3DC5B9CB}" presName="connector3" presStyleLbl="sibTrans2D1" presStyleIdx="2" presStyleCnt="3"/>
      <dgm:spPr/>
    </dgm:pt>
  </dgm:ptLst>
  <dgm:cxnLst>
    <dgm:cxn modelId="{160E3F03-4D91-4E0D-A704-656FE3E32F3B}" type="presOf" srcId="{A500B12F-019C-4346-B4B4-2EAE979C26B2}" destId="{461B15B4-EDB8-4CE6-9777-4C918014640D}" srcOrd="0" destOrd="0" presId="urn:microsoft.com/office/officeart/2005/8/layout/gear1"/>
    <dgm:cxn modelId="{D1313F10-7ED3-4A42-8E7F-A4DFDECD9AF5}" type="presOf" srcId="{1B43F51A-966F-449D-8680-DF0DB6D0105F}" destId="{DE11E3CC-47EF-43DF-83A0-D18FA80FD246}" srcOrd="0" destOrd="0" presId="urn:microsoft.com/office/officeart/2005/8/layout/gear1"/>
    <dgm:cxn modelId="{EB3F9226-062D-4C45-939B-14996B4CE2C4}" srcId="{9CEA9729-5A32-452D-AE62-D6F132111F66}" destId="{9EF453B1-643E-433E-9696-07C0373DA0E9}" srcOrd="1" destOrd="0" parTransId="{7B7E9772-FFC0-4143-9862-5427884C32E0}" sibTransId="{1B43F51A-966F-449D-8680-DF0DB6D0105F}"/>
    <dgm:cxn modelId="{87479631-6E59-4EF7-AFBF-26694247131C}" type="presOf" srcId="{831ED20B-2BAA-45E4-9553-6175618F58B7}" destId="{EF1B4521-2BC3-43A0-B0C4-722715C05791}" srcOrd="2" destOrd="0" presId="urn:microsoft.com/office/officeart/2005/8/layout/gear1"/>
    <dgm:cxn modelId="{7611E334-F8C0-4A12-AE6E-0FE06A6DE609}" srcId="{9CEA9729-5A32-452D-AE62-D6F132111F66}" destId="{831ED20B-2BAA-45E4-9553-6175618F58B7}" srcOrd="2" destOrd="0" parTransId="{0243E7A2-48F8-4394-A22C-B5D2CEE5C543}" sibTransId="{A691A0DE-83BB-41B8-BDC5-895E3DC5B9CB}"/>
    <dgm:cxn modelId="{0C9FF83A-4EA9-4D58-B583-FC64AB0EF184}" srcId="{9CEA9729-5A32-452D-AE62-D6F132111F66}" destId="{A500B12F-019C-4346-B4B4-2EAE979C26B2}" srcOrd="0" destOrd="0" parTransId="{71932D67-F8F0-413E-84CE-A5ADF7E548EF}" sibTransId="{CC8B7D75-CA79-465D-BE57-A3377E95B7D6}"/>
    <dgm:cxn modelId="{FEC1833C-C4D2-434C-B186-A08E2974A4D1}" type="presOf" srcId="{A500B12F-019C-4346-B4B4-2EAE979C26B2}" destId="{DCC195A6-28A8-41E1-AED0-EA5806D0B838}" srcOrd="2" destOrd="0" presId="urn:microsoft.com/office/officeart/2005/8/layout/gear1"/>
    <dgm:cxn modelId="{A9484A46-5582-41DA-8A06-A4900C25150E}" type="presOf" srcId="{9CEA9729-5A32-452D-AE62-D6F132111F66}" destId="{46447BE9-EE72-42A1-9506-4E1EAA23886B}" srcOrd="0" destOrd="0" presId="urn:microsoft.com/office/officeart/2005/8/layout/gear1"/>
    <dgm:cxn modelId="{806AF646-D8DE-4435-96B3-86CE9317ADD9}" type="presOf" srcId="{CC8B7D75-CA79-465D-BE57-A3377E95B7D6}" destId="{60DE261E-5216-4D07-9C93-F1339B21A0E0}" srcOrd="0" destOrd="0" presId="urn:microsoft.com/office/officeart/2005/8/layout/gear1"/>
    <dgm:cxn modelId="{AFCC584D-2019-4991-BF2E-4D82B4CD4C85}" type="presOf" srcId="{831ED20B-2BAA-45E4-9553-6175618F58B7}" destId="{38D604C6-12FA-4EAC-9EE7-91DC8D07B5E6}" srcOrd="1" destOrd="0" presId="urn:microsoft.com/office/officeart/2005/8/layout/gear1"/>
    <dgm:cxn modelId="{9817905A-A22B-485C-9851-44CFA73464A0}" type="presOf" srcId="{831ED20B-2BAA-45E4-9553-6175618F58B7}" destId="{D8341747-D371-49EB-9D2B-9E5FFB284167}" srcOrd="3" destOrd="0" presId="urn:microsoft.com/office/officeart/2005/8/layout/gear1"/>
    <dgm:cxn modelId="{5AC5D88E-05E1-4179-B541-8C74EAA1197C}" type="presOf" srcId="{831ED20B-2BAA-45E4-9553-6175618F58B7}" destId="{0071DE52-9FDE-47EE-9FB9-D94E0B6CE326}" srcOrd="0" destOrd="0" presId="urn:microsoft.com/office/officeart/2005/8/layout/gear1"/>
    <dgm:cxn modelId="{C942ADB0-35BF-48DD-AFDE-F64DD0176906}" type="presOf" srcId="{A500B12F-019C-4346-B4B4-2EAE979C26B2}" destId="{770D9900-971E-463E-BF91-298F971FC7B4}" srcOrd="1" destOrd="0" presId="urn:microsoft.com/office/officeart/2005/8/layout/gear1"/>
    <dgm:cxn modelId="{B2734EB8-D823-4250-9279-B15261651585}" type="presOf" srcId="{9EF453B1-643E-433E-9696-07C0373DA0E9}" destId="{B3CCCC95-431B-4CA4-828C-234B0D25BFB7}" srcOrd="1" destOrd="0" presId="urn:microsoft.com/office/officeart/2005/8/layout/gear1"/>
    <dgm:cxn modelId="{058AEBCA-3949-435A-903B-8DCD0E0F39CE}" type="presOf" srcId="{A691A0DE-83BB-41B8-BDC5-895E3DC5B9CB}" destId="{4F87B6AA-42E0-480E-95AF-F19EB5A9F639}" srcOrd="0" destOrd="0" presId="urn:microsoft.com/office/officeart/2005/8/layout/gear1"/>
    <dgm:cxn modelId="{E07603D3-2769-47CA-BFEA-433DC711268D}" type="presOf" srcId="{9EF453B1-643E-433E-9696-07C0373DA0E9}" destId="{694756C9-C509-4A18-980D-C127A57FB70E}" srcOrd="2" destOrd="0" presId="urn:microsoft.com/office/officeart/2005/8/layout/gear1"/>
    <dgm:cxn modelId="{A8242EE8-A8F1-411F-BD59-5C14B5876F79}" type="presOf" srcId="{9EF453B1-643E-433E-9696-07C0373DA0E9}" destId="{3BBCA09A-3514-434F-8D97-4AA4282769E2}" srcOrd="0" destOrd="0" presId="urn:microsoft.com/office/officeart/2005/8/layout/gear1"/>
    <dgm:cxn modelId="{D6BB3FDD-7403-4021-917E-22D164CEE5ED}" type="presParOf" srcId="{46447BE9-EE72-42A1-9506-4E1EAA23886B}" destId="{461B15B4-EDB8-4CE6-9777-4C918014640D}" srcOrd="0" destOrd="0" presId="urn:microsoft.com/office/officeart/2005/8/layout/gear1"/>
    <dgm:cxn modelId="{3723E459-CE24-46BE-90D2-94540E5C42FE}" type="presParOf" srcId="{46447BE9-EE72-42A1-9506-4E1EAA23886B}" destId="{770D9900-971E-463E-BF91-298F971FC7B4}" srcOrd="1" destOrd="0" presId="urn:microsoft.com/office/officeart/2005/8/layout/gear1"/>
    <dgm:cxn modelId="{BFC889B6-B210-4F51-A259-E1822208AEB1}" type="presParOf" srcId="{46447BE9-EE72-42A1-9506-4E1EAA23886B}" destId="{DCC195A6-28A8-41E1-AED0-EA5806D0B838}" srcOrd="2" destOrd="0" presId="urn:microsoft.com/office/officeart/2005/8/layout/gear1"/>
    <dgm:cxn modelId="{D5FAB391-FFF9-467D-9715-3A5184C0C61B}" type="presParOf" srcId="{46447BE9-EE72-42A1-9506-4E1EAA23886B}" destId="{3BBCA09A-3514-434F-8D97-4AA4282769E2}" srcOrd="3" destOrd="0" presId="urn:microsoft.com/office/officeart/2005/8/layout/gear1"/>
    <dgm:cxn modelId="{A5FFAC7A-6CFC-4F26-9933-F208247D12F9}" type="presParOf" srcId="{46447BE9-EE72-42A1-9506-4E1EAA23886B}" destId="{B3CCCC95-431B-4CA4-828C-234B0D25BFB7}" srcOrd="4" destOrd="0" presId="urn:microsoft.com/office/officeart/2005/8/layout/gear1"/>
    <dgm:cxn modelId="{DE1CAB64-7947-4D1A-88F5-E3EBE6F98E40}" type="presParOf" srcId="{46447BE9-EE72-42A1-9506-4E1EAA23886B}" destId="{694756C9-C509-4A18-980D-C127A57FB70E}" srcOrd="5" destOrd="0" presId="urn:microsoft.com/office/officeart/2005/8/layout/gear1"/>
    <dgm:cxn modelId="{2DC5695D-8850-467B-9C6A-BB10A4AB59B9}" type="presParOf" srcId="{46447BE9-EE72-42A1-9506-4E1EAA23886B}" destId="{0071DE52-9FDE-47EE-9FB9-D94E0B6CE326}" srcOrd="6" destOrd="0" presId="urn:microsoft.com/office/officeart/2005/8/layout/gear1"/>
    <dgm:cxn modelId="{9EC04E37-2220-43A6-A5C2-1925D71B789D}" type="presParOf" srcId="{46447BE9-EE72-42A1-9506-4E1EAA23886B}" destId="{38D604C6-12FA-4EAC-9EE7-91DC8D07B5E6}" srcOrd="7" destOrd="0" presId="urn:microsoft.com/office/officeart/2005/8/layout/gear1"/>
    <dgm:cxn modelId="{25CD8C07-228E-4490-96C9-A2AB075B470A}" type="presParOf" srcId="{46447BE9-EE72-42A1-9506-4E1EAA23886B}" destId="{EF1B4521-2BC3-43A0-B0C4-722715C05791}" srcOrd="8" destOrd="0" presId="urn:microsoft.com/office/officeart/2005/8/layout/gear1"/>
    <dgm:cxn modelId="{532A0DA9-7331-4F5F-8D7B-D1B18838FEA4}" type="presParOf" srcId="{46447BE9-EE72-42A1-9506-4E1EAA23886B}" destId="{D8341747-D371-49EB-9D2B-9E5FFB284167}" srcOrd="9" destOrd="0" presId="urn:microsoft.com/office/officeart/2005/8/layout/gear1"/>
    <dgm:cxn modelId="{95163D12-B062-48A4-80CF-04CCBDD84918}" type="presParOf" srcId="{46447BE9-EE72-42A1-9506-4E1EAA23886B}" destId="{60DE261E-5216-4D07-9C93-F1339B21A0E0}" srcOrd="10" destOrd="0" presId="urn:microsoft.com/office/officeart/2005/8/layout/gear1"/>
    <dgm:cxn modelId="{A532C095-535C-42A2-91BD-E73CF072C257}" type="presParOf" srcId="{46447BE9-EE72-42A1-9506-4E1EAA23886B}" destId="{DE11E3CC-47EF-43DF-83A0-D18FA80FD246}" srcOrd="11" destOrd="0" presId="urn:microsoft.com/office/officeart/2005/8/layout/gear1"/>
    <dgm:cxn modelId="{BAB6DE24-713E-4ABE-BC83-5AC7A59A6EA3}" type="presParOf" srcId="{46447BE9-EE72-42A1-9506-4E1EAA23886B}" destId="{4F87B6AA-42E0-480E-95AF-F19EB5A9F639}" srcOrd="12" destOrd="0" presId="urn:microsoft.com/office/officeart/2005/8/layout/gear1"/>
  </dgm:cxnLst>
  <dgm:bg>
    <a:solidFill>
      <a:schemeClr val="bg1"/>
    </a:solidFill>
  </dgm:bg>
  <dgm:whole/>
  <dgm:extLst>
    <a:ext uri="http://schemas.microsoft.com/office/drawing/2008/diagram">
      <dsp:dataModelExt xmlns:dsp="http://schemas.microsoft.com/office/drawing/2008/diagram" relId="rId14"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1B15B4-EDB8-4CE6-9777-4C918014640D}">
      <dsp:nvSpPr>
        <dsp:cNvPr id="0" name=""/>
        <dsp:cNvSpPr/>
      </dsp:nvSpPr>
      <dsp:spPr>
        <a:xfrm>
          <a:off x="880940" y="807512"/>
          <a:ext cx="936583" cy="936583"/>
        </a:xfrm>
        <a:prstGeom prst="gear9">
          <a:avLst/>
        </a:prstGeom>
        <a:solidFill>
          <a:srgbClr val="545253"/>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266700">
            <a:lnSpc>
              <a:spcPct val="90000"/>
            </a:lnSpc>
            <a:spcBef>
              <a:spcPct val="0"/>
            </a:spcBef>
            <a:spcAft>
              <a:spcPct val="35000"/>
            </a:spcAft>
            <a:buNone/>
          </a:pPr>
          <a:r>
            <a:rPr lang="en-US" sz="600" kern="1200" dirty="0">
              <a:solidFill>
                <a:schemeClr val="bg1"/>
              </a:solidFill>
            </a:rPr>
            <a:t>Feature Engineering</a:t>
          </a:r>
        </a:p>
      </dsp:txBody>
      <dsp:txXfrm>
        <a:off x="1069235" y="1026902"/>
        <a:ext cx="559993" cy="481423"/>
      </dsp:txXfrm>
    </dsp:sp>
    <dsp:sp modelId="{3BBCA09A-3514-434F-8D97-4AA4282769E2}">
      <dsp:nvSpPr>
        <dsp:cNvPr id="0" name=""/>
        <dsp:cNvSpPr/>
      </dsp:nvSpPr>
      <dsp:spPr>
        <a:xfrm>
          <a:off x="346944" y="582650"/>
          <a:ext cx="681151" cy="681151"/>
        </a:xfrm>
        <a:prstGeom prst="gear6">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177800">
            <a:lnSpc>
              <a:spcPct val="90000"/>
            </a:lnSpc>
            <a:spcBef>
              <a:spcPct val="0"/>
            </a:spcBef>
            <a:spcAft>
              <a:spcPct val="35000"/>
            </a:spcAft>
            <a:buNone/>
          </a:pPr>
          <a:r>
            <a:rPr lang="en-US" sz="400" kern="1200" dirty="0">
              <a:solidFill>
                <a:schemeClr val="bg1"/>
              </a:solidFill>
            </a:rPr>
            <a:t>Feature Extraction</a:t>
          </a:r>
        </a:p>
      </dsp:txBody>
      <dsp:txXfrm>
        <a:off x="518426" y="755168"/>
        <a:ext cx="338187" cy="336115"/>
      </dsp:txXfrm>
    </dsp:sp>
    <dsp:sp modelId="{0071DE52-9FDE-47EE-9FB9-D94E0B6CE326}">
      <dsp:nvSpPr>
        <dsp:cNvPr id="0" name=""/>
        <dsp:cNvSpPr/>
      </dsp:nvSpPr>
      <dsp:spPr>
        <a:xfrm rot="20700000">
          <a:off x="683739" y="51396"/>
          <a:ext cx="820590" cy="797021"/>
        </a:xfrm>
        <a:prstGeom prst="gear6">
          <a:avLst/>
        </a:prstGeom>
        <a:solidFill>
          <a:srgbClr val="F2BD57"/>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266700">
            <a:lnSpc>
              <a:spcPct val="90000"/>
            </a:lnSpc>
            <a:spcBef>
              <a:spcPct val="0"/>
            </a:spcBef>
            <a:spcAft>
              <a:spcPct val="35000"/>
            </a:spcAft>
            <a:buNone/>
          </a:pPr>
          <a:r>
            <a:rPr lang="en-US" sz="600" b="0" kern="1200" dirty="0">
              <a:solidFill>
                <a:schemeClr val="tx1"/>
              </a:solidFill>
            </a:rPr>
            <a:t>EDA</a:t>
          </a:r>
        </a:p>
      </dsp:txBody>
      <dsp:txXfrm rot="-20700000">
        <a:off x="865116" y="224808"/>
        <a:ext cx="457835" cy="450196"/>
      </dsp:txXfrm>
    </dsp:sp>
    <dsp:sp modelId="{60DE261E-5216-4D07-9C93-F1339B21A0E0}">
      <dsp:nvSpPr>
        <dsp:cNvPr id="0" name=""/>
        <dsp:cNvSpPr/>
      </dsp:nvSpPr>
      <dsp:spPr>
        <a:xfrm>
          <a:off x="784546" y="679441"/>
          <a:ext cx="1198826" cy="1198826"/>
        </a:xfrm>
        <a:prstGeom prst="circularArrow">
          <a:avLst>
            <a:gd name="adj1" fmla="val 4688"/>
            <a:gd name="adj2" fmla="val 299029"/>
            <a:gd name="adj3" fmla="val 2394609"/>
            <a:gd name="adj4" fmla="val 16153767"/>
            <a:gd name="adj5" fmla="val 5469"/>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E11E3CC-47EF-43DF-83A0-D18FA80FD246}">
      <dsp:nvSpPr>
        <dsp:cNvPr id="0" name=""/>
        <dsp:cNvSpPr/>
      </dsp:nvSpPr>
      <dsp:spPr>
        <a:xfrm>
          <a:off x="215388" y="446116"/>
          <a:ext cx="871022" cy="871022"/>
        </a:xfrm>
        <a:prstGeom prst="leftCircularArrow">
          <a:avLst>
            <a:gd name="adj1" fmla="val 6452"/>
            <a:gd name="adj2" fmla="val 429999"/>
            <a:gd name="adj3" fmla="val 10489124"/>
            <a:gd name="adj4" fmla="val 14837806"/>
            <a:gd name="adj5" fmla="val 7527"/>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F87B6AA-42E0-480E-95AF-F19EB5A9F639}">
      <dsp:nvSpPr>
        <dsp:cNvPr id="0" name=""/>
        <dsp:cNvSpPr/>
      </dsp:nvSpPr>
      <dsp:spPr>
        <a:xfrm>
          <a:off x="563159" y="-19278"/>
          <a:ext cx="939137" cy="939137"/>
        </a:xfrm>
        <a:prstGeom prst="circularArrow">
          <a:avLst>
            <a:gd name="adj1" fmla="val 5984"/>
            <a:gd name="adj2" fmla="val 394124"/>
            <a:gd name="adj3" fmla="val 13313824"/>
            <a:gd name="adj4" fmla="val 10508221"/>
            <a:gd name="adj5" fmla="val 6981"/>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gear1">
  <dgm:title val=""/>
  <dgm:desc val=""/>
  <dgm:catLst>
    <dgm:cat type="relationship" pri="3000"/>
    <dgm:cat type="process" pri="28000"/>
    <dgm:cat type="cycle" pri="1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composite">
    <dgm:varLst>
      <dgm:chMax val="3"/>
      <dgm:animLvl val="lvl"/>
      <dgm:resizeHandles val="exact"/>
    </dgm:varLst>
    <dgm:alg type="composite">
      <dgm:param type="ar" val="1"/>
    </dgm:alg>
    <dgm:shape xmlns:r="http://schemas.openxmlformats.org/officeDocument/2006/relationships" r:blip="">
      <dgm:adjLst/>
    </dgm:shape>
    <dgm:presOf/>
    <dgm:choose name="Name0">
      <dgm:if name="Name1" axis="ch" ptType="node" func="cnt" op="lte" val="1">
        <dgm:constrLst>
          <dgm:constr type="primFontSz" for="ch" ptType="node" op="equ" val="65"/>
          <dgm:constr type="w" for="ch" forName="gear1" refType="w" fact="0.55"/>
          <dgm:constr type="h" for="ch" forName="gear1" refType="w" fact="0.55"/>
          <dgm:constr type="l" for="ch" forName="gear1" refType="w" fact="0.05"/>
          <dgm:constr type="t" for="ch" forName="gear1" refType="w" fact="0.05"/>
          <dgm:constr type="w" for="ch" forName="gear1srcNode" val="1"/>
          <dgm:constr type="h" for="ch" forName="gear1srcNode" val="1"/>
          <dgm:constr type="l" for="ch" forName="gear1srcNode" refType="w" fact="0.32"/>
          <dgm:constr type="t" for="ch" forName="gear1srcNode"/>
          <dgm:constr type="w" for="ch" forName="gear1dstNode" val="1"/>
          <dgm:constr type="h" for="ch" forName="gear1dstNode" val="1"/>
          <dgm:constr type="r" for="ch" forName="gear1dstNode" refType="w" fact="0.58"/>
          <dgm:constr type="t" for="ch" forName="gear1dstNode" refType="h" fact="0.5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dgm:constr type="b" for="ch" forName="gear1ch" refType="h" fact="0.6"/>
        </dgm:constrLst>
      </dgm:if>
      <dgm:if name="Name2" axis="ch" ptType="node" func="cnt" op="equ" val="2">
        <dgm:constrLst>
          <dgm:constr type="primFontSz" for="ch" ptType="node" op="equ" val="65"/>
          <dgm:constr type="w" for="ch" forName="gear1" refType="w" fact="0.55"/>
          <dgm:constr type="h" for="ch" forName="gear1" refType="w" fact="0.55"/>
          <dgm:constr type="l" for="ch" forName="gear1" refType="w" fact="0.45"/>
          <dgm:constr type="t" for="ch" forName="gear1" refType="w" fact="0.25"/>
          <dgm:constr type="w" for="ch" forName="gear1srcNode" val="1"/>
          <dgm:constr type="h" for="ch" forName="gear1srcNode" val="1"/>
          <dgm:constr type="l" for="ch" forName="gear1srcNode" refType="w" fact="0.72"/>
          <dgm:constr type="t" for="ch" forName="gear1srcNode" refType="w" fact="0.2"/>
          <dgm:constr type="w" for="ch" forName="gear1dstNode" val="1"/>
          <dgm:constr type="h" for="ch" forName="gear1dstNode" val="1"/>
          <dgm:constr type="r" for="ch" forName="gear1dstNode" refType="w" fact="0.98"/>
          <dgm:constr type="t" for="ch" forName="gear1dstNode" refType="h" fact="0.7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w" fact="0.8"/>
          <dgm:constr type="w" for="ch" forName="gear2" refType="w" fact="0.4"/>
          <dgm:constr type="h" for="ch" forName="gear2" refType="w" fact="0.4"/>
          <dgm:constr type="l" for="ch" forName="gear2" refType="w" fact="0.13"/>
          <dgm:constr type="t" for="ch" forName="gear2" refType="w" fact="0.12"/>
          <dgm:constr type="w" for="ch" forName="gear2srcNode" val="1"/>
          <dgm:constr type="h" for="ch" forName="gear2srcNode" val="1"/>
          <dgm:constr type="l" for="ch" forName="gear2srcNode" refType="w" fact="0.23"/>
          <dgm:constr type="t" for="ch" forName="gear2srcNode" refType="w" fact="0.08"/>
          <dgm:constr type="w" for="ch" forName="gear2dstNode" val="1"/>
          <dgm:constr type="h" for="ch" forName="gear2dstNode" val="1"/>
          <dgm:constr type="l" for="ch" forName="gear2dstNode" refType="w" fact="0.1"/>
          <dgm:constr type="t" for="ch" forName="gear2dstNode" refType="h" fact="0.3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refType="w" fact="0.34"/>
          <dgm:constr type="t" for="ch" forName="gear2ch" refType="w" fact="0.04"/>
        </dgm:constrLst>
      </dgm:if>
      <dgm:else name="Name3">
        <dgm:constrLst>
          <dgm:constr type="primFontSz" for="ch" ptType="node" op="equ" val="65"/>
          <dgm:constr type="w" for="ch" forName="gear1" refType="w" fact="0.55"/>
          <dgm:constr type="h" for="ch" forName="gear1" refType="w" fact="0.55"/>
          <dgm:constr type="l" for="ch" forName="gear1" refType="w" fact="0.45"/>
          <dgm:constr type="t" for="ch" forName="gear1" refType="w" fact="0.45"/>
          <dgm:constr type="w" for="ch" forName="gear1srcNode" val="1"/>
          <dgm:constr type="h" for="ch" forName="gear1srcNode" val="1"/>
          <dgm:constr type="l" for="ch" forName="gear1srcNode" refType="w" fact="0.72"/>
          <dgm:constr type="t" for="ch" forName="gear1srcNode" refType="w" fact="0.4"/>
          <dgm:constr type="w" for="ch" forName="gear1dstNode" val="1"/>
          <dgm:constr type="h" for="ch" forName="gear1dstNode" val="1"/>
          <dgm:constr type="r" for="ch" forName="gear1dstNode" refType="w" fact="0.98"/>
          <dgm:constr type="t" for="ch" forName="gear1dstNode" refType="h" fact="0.95"/>
          <dgm:constr type="diam" for="des" forName="connector1" refType="w" refFor="ch" refForName="gear1" op="equ" fact="1.15"/>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h"/>
          <dgm:constr type="w" for="ch" forName="gear2" refType="w" fact="0.4"/>
          <dgm:constr type="h" for="ch" forName="gear2" refType="w" fact="0.4"/>
          <dgm:constr type="l" for="ch" forName="gear2" refType="w" fact="0.13"/>
          <dgm:constr type="t" for="ch" forName="gear2" refType="w" fact="0.32"/>
          <dgm:constr type="w" for="ch" forName="gear2srcNode" val="1"/>
          <dgm:constr type="h" for="ch" forName="gear2srcNode" val="1"/>
          <dgm:constr type="l" for="ch" forName="gear2srcNode" refType="w" fact="0.23"/>
          <dgm:constr type="t" for="ch" forName="gear2srcNode" refType="w" fact="0.28"/>
          <dgm:constr type="w" for="ch" forName="gear2dstNode" val="1"/>
          <dgm:constr type="h" for="ch" forName="gear2dstNode" val="1"/>
          <dgm:constr type="l" for="ch" forName="gear2dstNode" refType="w" fact="0.1"/>
          <dgm:constr type="t" for="ch" forName="gear2dstNode" refType="h" fact="0.5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dgm:constr type="t" for="ch" forName="gear2ch" refType="w" fact="0.58"/>
          <dgm:constr type="w" for="ch" forName="gear3" refType="w" fact="0.48"/>
          <dgm:constr type="h" for="ch" forName="gear3" refType="w" fact="0.48"/>
          <dgm:constr type="l" for="ch" forName="gear3" refType="w" fact="0.31"/>
          <dgm:constr type="t" for="ch" forName="gear3"/>
          <dgm:constr type="w" for="ch" forName="gear3tx" refType="w" fact="0.22"/>
          <dgm:constr type="h" for="ch" forName="gear3tx" refType="w" fact="0.22"/>
          <dgm:constr type="ctrX" for="ch" forName="gear3tx" refType="ctrX" refFor="ch" refForName="gear3"/>
          <dgm:constr type="ctrY" for="ch" forName="gear3tx" refType="ctrY" refFor="ch" refForName="gear3"/>
          <dgm:constr type="w" for="ch" forName="gear3srcNode" val="1"/>
          <dgm:constr type="h" for="ch" forName="gear3srcNode" val="1"/>
          <dgm:constr type="l" for="ch" forName="gear3srcNode" refType="w" fact="0.3"/>
          <dgm:constr type="t" for="ch" forName="gear3srcNode" refType="w" fact="0.25"/>
          <dgm:constr type="w" for="ch" forName="gear3dstNode" val="1"/>
          <dgm:constr type="h" for="ch" forName="gear3dstNode" val="1"/>
          <dgm:constr type="l" for="ch" forName="gear3dstNode" refType="w" fact="0.38"/>
          <dgm:constr type="t" for="ch" forName="gear3dstNode" refType="h" fact="0.05"/>
          <dgm:constr type="diam" for="des" forName="connector3" refType="w" refFor="ch" refForName="gear3" op="equ"/>
          <dgm:constr type="h" for="des" forName="connector3" refType="w" refFor="ch" refForName="gear1" op="equ" fact="0.1"/>
          <dgm:constr type="w" for="ch" forName="gear3ch" refType="w" fact="0.35"/>
          <dgm:constr type="h" for="ch" forName="gear3ch" refType="w" refFor="ch" refForName="gear3ch" fact="0.6"/>
          <dgm:constr type="l" for="ch" forName="gear3ch" refType="w" fact="0.65"/>
          <dgm:constr type="t" for="ch" forName="gear3ch" refType="h" fact="0.13"/>
        </dgm:constrLst>
      </dgm:else>
    </dgm:choose>
    <dgm:ruleLst/>
    <dgm:forEach name="Name4" axis="ch" ptType="node" cnt="1">
      <dgm:layoutNode name="gear1" styleLbl="node1">
        <dgm:varLst>
          <dgm:chMax val="1"/>
          <dgm:bulletEnabled val="1"/>
        </dgm:varLst>
        <dgm:alg type="tx">
          <dgm:param type="txAnchorVertCh" val="mid"/>
        </dgm:alg>
        <dgm:shape xmlns:r="http://schemas.openxmlformats.org/officeDocument/2006/relationships" type="gear9"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1srcNode">
        <dgm:alg type="sp"/>
        <dgm:shape xmlns:r="http://schemas.openxmlformats.org/officeDocument/2006/relationships" type="rect" r:blip="" hideGeom="1">
          <dgm:adjLst/>
        </dgm:shape>
        <dgm:presOf axis="self"/>
        <dgm:constrLst/>
        <dgm:ruleLst/>
      </dgm:layoutNode>
      <dgm:layoutNode name="gear1dstNode">
        <dgm:alg type="sp"/>
        <dgm:shape xmlns:r="http://schemas.openxmlformats.org/officeDocument/2006/relationships" type="rect" r:blip="" hideGeom="1">
          <dgm:adjLst/>
        </dgm:shape>
        <dgm:presOf axis="self"/>
        <dgm:constrLst/>
        <dgm:ruleLst/>
      </dgm:layoutNode>
      <dgm:choose name="Name5">
        <dgm:if name="Name6" axis="ch" ptType="node" func="cnt" op="gte" val="1">
          <dgm:layoutNode name="gear1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7"/>
      </dgm:choose>
    </dgm:forEach>
    <dgm:forEach name="Name8" axis="ch" ptType="node" st="2" cnt="1">
      <dgm:layoutNode name="gear2" styleLbl="node1">
        <dgm:varLst>
          <dgm:chMax val="1"/>
          <dgm:bulletEnabled val="1"/>
        </dgm:varLst>
        <dgm:alg type="tx">
          <dgm:param type="txAnchorVertCh" val="mid"/>
        </dgm:alg>
        <dgm:shape xmlns:r="http://schemas.openxmlformats.org/officeDocument/2006/relationships" type="gear6"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2srcNode">
        <dgm:alg type="sp"/>
        <dgm:shape xmlns:r="http://schemas.openxmlformats.org/officeDocument/2006/relationships" type="rect" r:blip="" hideGeom="1">
          <dgm:adjLst/>
        </dgm:shape>
        <dgm:presOf axis="self"/>
        <dgm:constrLst/>
        <dgm:ruleLst/>
      </dgm:layoutNode>
      <dgm:layoutNode name="gear2dstNode">
        <dgm:alg type="sp"/>
        <dgm:shape xmlns:r="http://schemas.openxmlformats.org/officeDocument/2006/relationships" type="rect" r:blip="" hideGeom="1">
          <dgm:adjLst/>
        </dgm:shape>
        <dgm:presOf axis="self"/>
        <dgm:constrLst/>
        <dgm:ruleLst/>
      </dgm:layoutNode>
      <dgm:choose name="Name9">
        <dgm:if name="Name10" axis="ch" ptType="node" func="cnt" op="gte" val="1">
          <dgm:layoutNode name="gear2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1"/>
      </dgm:choose>
    </dgm:forEach>
    <dgm:forEach name="Name12" axis="ch" ptType="node" st="3" cnt="1">
      <dgm:layoutNode name="gear3" styleLbl="node1">
        <dgm:alg type="sp"/>
        <dgm:shape xmlns:r="http://schemas.openxmlformats.org/officeDocument/2006/relationships" rot="-15" type="gear6" r:blip="">
          <dgm:adjLst/>
        </dgm:shape>
        <dgm:presOf axis="self"/>
        <dgm:constrLst/>
        <dgm:ruleLst/>
      </dgm:layoutNode>
      <dgm:layoutNode name="gear3tx" styleLbl="node1">
        <dgm:varLst>
          <dgm:chMax val="1"/>
          <dgm:bulletEnabled val="1"/>
        </dgm:varLst>
        <dgm:alg type="tx">
          <dgm:param type="txAnchorVertCh" val="mid"/>
        </dgm:alg>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3srcNode">
        <dgm:alg type="sp"/>
        <dgm:shape xmlns:r="http://schemas.openxmlformats.org/officeDocument/2006/relationships" type="rect" r:blip="" hideGeom="1">
          <dgm:adjLst/>
        </dgm:shape>
        <dgm:presOf axis="self"/>
        <dgm:constrLst/>
        <dgm:ruleLst/>
      </dgm:layoutNode>
      <dgm:layoutNode name="gear3dstNode">
        <dgm:alg type="sp"/>
        <dgm:shape xmlns:r="http://schemas.openxmlformats.org/officeDocument/2006/relationships" type="rect" r:blip="" hideGeom="1">
          <dgm:adjLst/>
        </dgm:shape>
        <dgm:presOf axis="self"/>
        <dgm:constrLst/>
        <dgm:ruleLst/>
      </dgm:layoutNode>
      <dgm:choose name="Name13">
        <dgm:if name="Name14" axis="ch" ptType="node" func="cnt" op="gte" val="1">
          <dgm:layoutNode name="gear3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5"/>
      </dgm:choose>
    </dgm:forEach>
    <dgm:forEach name="Name16" axis="ch" ptType="sibTrans" hideLastTrans="0" cnt="1">
      <dgm:layoutNode name="connector1" styleLbl="sibTrans2D1">
        <dgm:alg type="conn">
          <dgm:param type="connRout" val="curve"/>
          <dgm:param type="srcNode" val="gear1srcNode"/>
          <dgm:param type="dstNode" val="gear1dstNode"/>
          <dgm:param type="begPts" val="midR"/>
          <dgm:param type="endPts" val="tCtr"/>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7" axis="ch" ptType="sibTrans" hideLastTrans="0" st="2" cnt="1">
      <dgm:layoutNode name="connector2" styleLbl="sibTrans2D1">
        <dgm:alg type="conn">
          <dgm:param type="connRout" val="curve"/>
          <dgm:param type="srcNode" val="gear2srcNode"/>
          <dgm:param type="dstNode" val="gear2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8" axis="ch" ptType="sibTrans" hideLastTrans="0" st="3" cnt="1">
      <dgm:layoutNode name="connector3" styleLbl="sibTrans2D1">
        <dgm:alg type="conn">
          <dgm:param type="connRout" val="curve"/>
          <dgm:param type="srcNode" val="gear3srcNode"/>
          <dgm:param type="dstNode" val="gear3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794E98A-EA64-43D3-AB8E-945B7CBF090A}" type="datetimeFigureOut">
              <a:rPr lang="en-US" smtClean="0"/>
              <a:t>7/10/2026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16AFA82-FEBE-49E1-82B7-4898E34A85CB}" type="slidenum">
              <a:rPr lang="en-US" smtClean="0"/>
              <a:t>‹#›</a:t>
            </a:fld>
            <a:endParaRPr lang="en-US"/>
          </a:p>
        </p:txBody>
      </p:sp>
    </p:spTree>
    <p:extLst>
      <p:ext uri="{BB962C8B-B14F-4D97-AF65-F5344CB8AC3E}">
        <p14:creationId xmlns:p14="http://schemas.microsoft.com/office/powerpoint/2010/main" val="31349761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xml"/><Relationship Id="rId4" Type="http://schemas.openxmlformats.org/officeDocument/2006/relationships/image" Target="../media/image1.emf"/></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3.xml"/><Relationship Id="rId4" Type="http://schemas.openxmlformats.org/officeDocument/2006/relationships/image" Target="../media/image1.emf"/></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4.xml"/><Relationship Id="rId4" Type="http://schemas.openxmlformats.org/officeDocument/2006/relationships/image" Target="../media/image1.emf"/></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2.png"/><Relationship Id="rId3" Type="http://schemas.openxmlformats.org/officeDocument/2006/relationships/image" Target="../media/image4.png"/><Relationship Id="rId7" Type="http://schemas.openxmlformats.org/officeDocument/2006/relationships/image" Target="../media/image6.png"/><Relationship Id="rId12" Type="http://schemas.openxmlformats.org/officeDocument/2006/relationships/image" Target="../media/image9.png"/><Relationship Id="rId2" Type="http://schemas.openxmlformats.org/officeDocument/2006/relationships/hyperlink" Target="http://www.linkedin.com/company/capgemini" TargetMode="External"/><Relationship Id="rId1" Type="http://schemas.openxmlformats.org/officeDocument/2006/relationships/slideMaster" Target="../slideMasters/slideMaster2.xml"/><Relationship Id="rId6" Type="http://schemas.openxmlformats.org/officeDocument/2006/relationships/hyperlink" Target="http://www.twitter.com/capgemini" TargetMode="External"/><Relationship Id="rId11" Type="http://schemas.openxmlformats.org/officeDocument/2006/relationships/image" Target="../media/image8.png"/><Relationship Id="rId5" Type="http://schemas.openxmlformats.org/officeDocument/2006/relationships/image" Target="../media/image5.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7.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hyperlink" Target="http://www.youtube.com/capgeminimedia" TargetMode="External"/><Relationship Id="rId3" Type="http://schemas.openxmlformats.org/officeDocument/2006/relationships/tags" Target="../tags/tag7.xml"/><Relationship Id="rId7" Type="http://schemas.openxmlformats.org/officeDocument/2006/relationships/hyperlink" Target="http://www.linkedin.com/company/capgemini" TargetMode="External"/><Relationship Id="rId12" Type="http://schemas.openxmlformats.org/officeDocument/2006/relationships/image" Target="../media/image6.png"/><Relationship Id="rId17" Type="http://schemas.openxmlformats.org/officeDocument/2006/relationships/image" Target="../media/image2.png"/><Relationship Id="rId2" Type="http://schemas.openxmlformats.org/officeDocument/2006/relationships/tags" Target="../tags/tag6.xml"/><Relationship Id="rId16" Type="http://schemas.openxmlformats.org/officeDocument/2006/relationships/image" Target="../media/image8.png"/><Relationship Id="rId1" Type="http://schemas.openxmlformats.org/officeDocument/2006/relationships/tags" Target="../tags/tag5.xml"/><Relationship Id="rId6" Type="http://schemas.openxmlformats.org/officeDocument/2006/relationships/image" Target="../media/image9.png"/><Relationship Id="rId11" Type="http://schemas.openxmlformats.org/officeDocument/2006/relationships/hyperlink" Target="http://www.twitter.com/capgemini" TargetMode="External"/><Relationship Id="rId5" Type="http://schemas.openxmlformats.org/officeDocument/2006/relationships/slideMaster" Target="../slideMasters/slideMaster2.xml"/><Relationship Id="rId15" Type="http://schemas.openxmlformats.org/officeDocument/2006/relationships/hyperlink" Target="http://www.facebook.com/capgemini" TargetMode="External"/><Relationship Id="rId10" Type="http://schemas.openxmlformats.org/officeDocument/2006/relationships/image" Target="../media/image5.png"/><Relationship Id="rId4" Type="http://schemas.openxmlformats.org/officeDocument/2006/relationships/tags" Target="../tags/tag8.xml"/><Relationship Id="rId9" Type="http://schemas.openxmlformats.org/officeDocument/2006/relationships/hyperlink" Target="http://www.slideshare.net/capgemini" TargetMode="External"/><Relationship Id="rId14" Type="http://schemas.openxmlformats.org/officeDocument/2006/relationships/image" Target="../media/image7.png"/></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9AFE1-2DC4-70FD-5AC5-048C676889A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30F9AB3-2FDD-82A6-63FD-7529FC78BF5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85FE66C-FB20-7CE5-C347-E148B9EA82D6}"/>
              </a:ext>
            </a:extLst>
          </p:cNvPr>
          <p:cNvSpPr>
            <a:spLocks noGrp="1"/>
          </p:cNvSpPr>
          <p:nvPr>
            <p:ph type="dt" sz="half" idx="10"/>
          </p:nvPr>
        </p:nvSpPr>
        <p:spPr/>
        <p:txBody>
          <a:bodyPr/>
          <a:lstStyle/>
          <a:p>
            <a:fld id="{9CC23755-09D1-46BC-A639-BA0E1F021FB9}" type="datetimeFigureOut">
              <a:rPr lang="en-US" smtClean="0"/>
              <a:t>7/10/2026</a:t>
            </a:fld>
            <a:endParaRPr lang="en-US"/>
          </a:p>
        </p:txBody>
      </p:sp>
      <p:sp>
        <p:nvSpPr>
          <p:cNvPr id="5" name="Footer Placeholder 4">
            <a:extLst>
              <a:ext uri="{FF2B5EF4-FFF2-40B4-BE49-F238E27FC236}">
                <a16:creationId xmlns:a16="http://schemas.microsoft.com/office/drawing/2014/main" id="{5CD07191-BCEF-15C2-1778-F465A7E6D4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86159C-F897-9B8E-64DE-CB76420094C5}"/>
              </a:ext>
            </a:extLst>
          </p:cNvPr>
          <p:cNvSpPr>
            <a:spLocks noGrp="1"/>
          </p:cNvSpPr>
          <p:nvPr>
            <p:ph type="sldNum" sz="quarter" idx="12"/>
          </p:nvPr>
        </p:nvSpPr>
        <p:spPr/>
        <p:txBody>
          <a:bodyPr/>
          <a:lstStyle/>
          <a:p>
            <a:fld id="{D097B822-B200-47A2-B1A3-B08578D70179}" type="slidenum">
              <a:rPr lang="en-US" smtClean="0"/>
              <a:t>‹#›</a:t>
            </a:fld>
            <a:endParaRPr lang="en-US"/>
          </a:p>
        </p:txBody>
      </p:sp>
    </p:spTree>
    <p:extLst>
      <p:ext uri="{BB962C8B-B14F-4D97-AF65-F5344CB8AC3E}">
        <p14:creationId xmlns:p14="http://schemas.microsoft.com/office/powerpoint/2010/main" val="42939819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B85B66-0FB7-38E2-C9DA-9E3412D8C53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84DFFE6-F062-03AE-F069-24440C473C2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2D8001-4A6E-75D7-2CB3-8B392C9E49B0}"/>
              </a:ext>
            </a:extLst>
          </p:cNvPr>
          <p:cNvSpPr>
            <a:spLocks noGrp="1"/>
          </p:cNvSpPr>
          <p:nvPr>
            <p:ph type="dt" sz="half" idx="10"/>
          </p:nvPr>
        </p:nvSpPr>
        <p:spPr/>
        <p:txBody>
          <a:bodyPr/>
          <a:lstStyle/>
          <a:p>
            <a:fld id="{9CC23755-09D1-46BC-A639-BA0E1F021FB9}" type="datetimeFigureOut">
              <a:rPr lang="en-US" smtClean="0"/>
              <a:t>7/10/2026</a:t>
            </a:fld>
            <a:endParaRPr lang="en-US"/>
          </a:p>
        </p:txBody>
      </p:sp>
      <p:sp>
        <p:nvSpPr>
          <p:cNvPr id="5" name="Footer Placeholder 4">
            <a:extLst>
              <a:ext uri="{FF2B5EF4-FFF2-40B4-BE49-F238E27FC236}">
                <a16:creationId xmlns:a16="http://schemas.microsoft.com/office/drawing/2014/main" id="{70443F00-9AC3-547B-24A1-F5E100C5A5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09D674-D6FA-0050-FB21-D4562DA625F0}"/>
              </a:ext>
            </a:extLst>
          </p:cNvPr>
          <p:cNvSpPr>
            <a:spLocks noGrp="1"/>
          </p:cNvSpPr>
          <p:nvPr>
            <p:ph type="sldNum" sz="quarter" idx="12"/>
          </p:nvPr>
        </p:nvSpPr>
        <p:spPr/>
        <p:txBody>
          <a:bodyPr/>
          <a:lstStyle/>
          <a:p>
            <a:fld id="{D097B822-B200-47A2-B1A3-B08578D70179}" type="slidenum">
              <a:rPr lang="en-US" smtClean="0"/>
              <a:t>‹#›</a:t>
            </a:fld>
            <a:endParaRPr lang="en-US"/>
          </a:p>
        </p:txBody>
      </p:sp>
    </p:spTree>
    <p:extLst>
      <p:ext uri="{BB962C8B-B14F-4D97-AF65-F5344CB8AC3E}">
        <p14:creationId xmlns:p14="http://schemas.microsoft.com/office/powerpoint/2010/main" val="8010423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61C6D-9459-802F-CCD1-71A5D026D2C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CCDB839-5BE0-1D04-24B1-F7F7E298D1E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E401617-DF4D-7023-0441-88F81561D31D}"/>
              </a:ext>
            </a:extLst>
          </p:cNvPr>
          <p:cNvSpPr>
            <a:spLocks noGrp="1"/>
          </p:cNvSpPr>
          <p:nvPr>
            <p:ph type="dt" sz="half" idx="10"/>
          </p:nvPr>
        </p:nvSpPr>
        <p:spPr/>
        <p:txBody>
          <a:bodyPr/>
          <a:lstStyle/>
          <a:p>
            <a:fld id="{9CC23755-09D1-46BC-A639-BA0E1F021FB9}" type="datetimeFigureOut">
              <a:rPr lang="en-US" smtClean="0"/>
              <a:t>7/10/2026</a:t>
            </a:fld>
            <a:endParaRPr lang="en-US"/>
          </a:p>
        </p:txBody>
      </p:sp>
      <p:sp>
        <p:nvSpPr>
          <p:cNvPr id="5" name="Footer Placeholder 4">
            <a:extLst>
              <a:ext uri="{FF2B5EF4-FFF2-40B4-BE49-F238E27FC236}">
                <a16:creationId xmlns:a16="http://schemas.microsoft.com/office/drawing/2014/main" id="{CF3C4491-D20C-04D9-974C-0991B28ADF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543DC3-FD96-805C-5A1E-21F5B6584511}"/>
              </a:ext>
            </a:extLst>
          </p:cNvPr>
          <p:cNvSpPr>
            <a:spLocks noGrp="1"/>
          </p:cNvSpPr>
          <p:nvPr>
            <p:ph type="sldNum" sz="quarter" idx="12"/>
          </p:nvPr>
        </p:nvSpPr>
        <p:spPr/>
        <p:txBody>
          <a:bodyPr/>
          <a:lstStyle/>
          <a:p>
            <a:fld id="{D097B822-B200-47A2-B1A3-B08578D70179}" type="slidenum">
              <a:rPr lang="en-US" smtClean="0"/>
              <a:t>‹#›</a:t>
            </a:fld>
            <a:endParaRPr lang="en-US"/>
          </a:p>
        </p:txBody>
      </p:sp>
    </p:spTree>
    <p:extLst>
      <p:ext uri="{BB962C8B-B14F-4D97-AF65-F5344CB8AC3E}">
        <p14:creationId xmlns:p14="http://schemas.microsoft.com/office/powerpoint/2010/main" val="38603260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A114F-AFD6-AC4B-A7AE-700C37C63F3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3320CC1-32A7-CF94-1CF7-D5DA6AE5559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30B0319-43AE-ED84-04E9-13495C307F8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CCB7134-771F-FDA4-943F-CE05540710C9}"/>
              </a:ext>
            </a:extLst>
          </p:cNvPr>
          <p:cNvSpPr>
            <a:spLocks noGrp="1"/>
          </p:cNvSpPr>
          <p:nvPr>
            <p:ph type="dt" sz="half" idx="10"/>
          </p:nvPr>
        </p:nvSpPr>
        <p:spPr/>
        <p:txBody>
          <a:bodyPr/>
          <a:lstStyle/>
          <a:p>
            <a:fld id="{9CC23755-09D1-46BC-A639-BA0E1F021FB9}" type="datetimeFigureOut">
              <a:rPr lang="en-US" smtClean="0"/>
              <a:t>7/10/2026</a:t>
            </a:fld>
            <a:endParaRPr lang="en-US"/>
          </a:p>
        </p:txBody>
      </p:sp>
      <p:sp>
        <p:nvSpPr>
          <p:cNvPr id="6" name="Footer Placeholder 5">
            <a:extLst>
              <a:ext uri="{FF2B5EF4-FFF2-40B4-BE49-F238E27FC236}">
                <a16:creationId xmlns:a16="http://schemas.microsoft.com/office/drawing/2014/main" id="{3C6CE35C-2EF3-1A3C-75A1-F8E140E5F97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C7775EB-07B9-87E3-57E5-4636EF25737D}"/>
              </a:ext>
            </a:extLst>
          </p:cNvPr>
          <p:cNvSpPr>
            <a:spLocks noGrp="1"/>
          </p:cNvSpPr>
          <p:nvPr>
            <p:ph type="sldNum" sz="quarter" idx="12"/>
          </p:nvPr>
        </p:nvSpPr>
        <p:spPr/>
        <p:txBody>
          <a:bodyPr/>
          <a:lstStyle/>
          <a:p>
            <a:fld id="{D097B822-B200-47A2-B1A3-B08578D70179}" type="slidenum">
              <a:rPr lang="en-US" smtClean="0"/>
              <a:t>‹#›</a:t>
            </a:fld>
            <a:endParaRPr lang="en-US"/>
          </a:p>
        </p:txBody>
      </p:sp>
    </p:spTree>
    <p:extLst>
      <p:ext uri="{BB962C8B-B14F-4D97-AF65-F5344CB8AC3E}">
        <p14:creationId xmlns:p14="http://schemas.microsoft.com/office/powerpoint/2010/main" val="29720447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5125F9-4392-2A69-3AC6-B5976588207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B2E159B-2808-4887-92BB-8E0B4183F72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35840A8-2F07-E203-F626-64A7916A9DE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CF87F73-CED4-454C-C6CF-0A15D5539A6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780D5A6-39EF-B31C-7034-D11C2859A0D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FD78681-F3B4-F98F-3E8C-6019A4AB9FFA}"/>
              </a:ext>
            </a:extLst>
          </p:cNvPr>
          <p:cNvSpPr>
            <a:spLocks noGrp="1"/>
          </p:cNvSpPr>
          <p:nvPr>
            <p:ph type="dt" sz="half" idx="10"/>
          </p:nvPr>
        </p:nvSpPr>
        <p:spPr/>
        <p:txBody>
          <a:bodyPr/>
          <a:lstStyle/>
          <a:p>
            <a:fld id="{9CC23755-09D1-46BC-A639-BA0E1F021FB9}" type="datetimeFigureOut">
              <a:rPr lang="en-US" smtClean="0"/>
              <a:t>7/10/2026</a:t>
            </a:fld>
            <a:endParaRPr lang="en-US"/>
          </a:p>
        </p:txBody>
      </p:sp>
      <p:sp>
        <p:nvSpPr>
          <p:cNvPr id="8" name="Footer Placeholder 7">
            <a:extLst>
              <a:ext uri="{FF2B5EF4-FFF2-40B4-BE49-F238E27FC236}">
                <a16:creationId xmlns:a16="http://schemas.microsoft.com/office/drawing/2014/main" id="{11B42324-66FE-3457-5A95-47F14437E69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FFF5601-14D7-9C2A-F2BD-16923123D034}"/>
              </a:ext>
            </a:extLst>
          </p:cNvPr>
          <p:cNvSpPr>
            <a:spLocks noGrp="1"/>
          </p:cNvSpPr>
          <p:nvPr>
            <p:ph type="sldNum" sz="quarter" idx="12"/>
          </p:nvPr>
        </p:nvSpPr>
        <p:spPr/>
        <p:txBody>
          <a:bodyPr/>
          <a:lstStyle/>
          <a:p>
            <a:fld id="{D097B822-B200-47A2-B1A3-B08578D70179}" type="slidenum">
              <a:rPr lang="en-US" smtClean="0"/>
              <a:t>‹#›</a:t>
            </a:fld>
            <a:endParaRPr lang="en-US"/>
          </a:p>
        </p:txBody>
      </p:sp>
    </p:spTree>
    <p:extLst>
      <p:ext uri="{BB962C8B-B14F-4D97-AF65-F5344CB8AC3E}">
        <p14:creationId xmlns:p14="http://schemas.microsoft.com/office/powerpoint/2010/main" val="10325182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E3884-4596-F272-E6C3-6A1C1196C2E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66EAC1B-9883-D5F6-EC5B-543C5C461ED8}"/>
              </a:ext>
            </a:extLst>
          </p:cNvPr>
          <p:cNvSpPr>
            <a:spLocks noGrp="1"/>
          </p:cNvSpPr>
          <p:nvPr>
            <p:ph type="dt" sz="half" idx="10"/>
          </p:nvPr>
        </p:nvSpPr>
        <p:spPr/>
        <p:txBody>
          <a:bodyPr/>
          <a:lstStyle/>
          <a:p>
            <a:fld id="{9CC23755-09D1-46BC-A639-BA0E1F021FB9}" type="datetimeFigureOut">
              <a:rPr lang="en-US" smtClean="0"/>
              <a:t>7/10/2026</a:t>
            </a:fld>
            <a:endParaRPr lang="en-US"/>
          </a:p>
        </p:txBody>
      </p:sp>
      <p:sp>
        <p:nvSpPr>
          <p:cNvPr id="4" name="Footer Placeholder 3">
            <a:extLst>
              <a:ext uri="{FF2B5EF4-FFF2-40B4-BE49-F238E27FC236}">
                <a16:creationId xmlns:a16="http://schemas.microsoft.com/office/drawing/2014/main" id="{C7E2C4AE-5AEE-2130-35D9-BED04A300C7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9B81C1A-E44B-BD73-667A-43BB7FDA5638}"/>
              </a:ext>
            </a:extLst>
          </p:cNvPr>
          <p:cNvSpPr>
            <a:spLocks noGrp="1"/>
          </p:cNvSpPr>
          <p:nvPr>
            <p:ph type="sldNum" sz="quarter" idx="12"/>
          </p:nvPr>
        </p:nvSpPr>
        <p:spPr/>
        <p:txBody>
          <a:bodyPr/>
          <a:lstStyle/>
          <a:p>
            <a:fld id="{D097B822-B200-47A2-B1A3-B08578D70179}" type="slidenum">
              <a:rPr lang="en-US" smtClean="0"/>
              <a:t>‹#›</a:t>
            </a:fld>
            <a:endParaRPr lang="en-US"/>
          </a:p>
        </p:txBody>
      </p:sp>
    </p:spTree>
    <p:extLst>
      <p:ext uri="{BB962C8B-B14F-4D97-AF65-F5344CB8AC3E}">
        <p14:creationId xmlns:p14="http://schemas.microsoft.com/office/powerpoint/2010/main" val="13590460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2FCC83C-5411-CDB8-8E7D-4E13F4E4912C}"/>
              </a:ext>
            </a:extLst>
          </p:cNvPr>
          <p:cNvSpPr>
            <a:spLocks noGrp="1"/>
          </p:cNvSpPr>
          <p:nvPr>
            <p:ph type="dt" sz="half" idx="10"/>
          </p:nvPr>
        </p:nvSpPr>
        <p:spPr/>
        <p:txBody>
          <a:bodyPr/>
          <a:lstStyle/>
          <a:p>
            <a:fld id="{9CC23755-09D1-46BC-A639-BA0E1F021FB9}" type="datetimeFigureOut">
              <a:rPr lang="en-US" smtClean="0"/>
              <a:t>7/10/2026</a:t>
            </a:fld>
            <a:endParaRPr lang="en-US"/>
          </a:p>
        </p:txBody>
      </p:sp>
      <p:sp>
        <p:nvSpPr>
          <p:cNvPr id="3" name="Footer Placeholder 2">
            <a:extLst>
              <a:ext uri="{FF2B5EF4-FFF2-40B4-BE49-F238E27FC236}">
                <a16:creationId xmlns:a16="http://schemas.microsoft.com/office/drawing/2014/main" id="{508C0104-8525-E21A-324C-1614C10E13F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BC25A22-CD50-0895-66FC-D33841AE81FF}"/>
              </a:ext>
            </a:extLst>
          </p:cNvPr>
          <p:cNvSpPr>
            <a:spLocks noGrp="1"/>
          </p:cNvSpPr>
          <p:nvPr>
            <p:ph type="sldNum" sz="quarter" idx="12"/>
          </p:nvPr>
        </p:nvSpPr>
        <p:spPr/>
        <p:txBody>
          <a:bodyPr/>
          <a:lstStyle/>
          <a:p>
            <a:fld id="{D097B822-B200-47A2-B1A3-B08578D70179}" type="slidenum">
              <a:rPr lang="en-US" smtClean="0"/>
              <a:t>‹#›</a:t>
            </a:fld>
            <a:endParaRPr lang="en-US"/>
          </a:p>
        </p:txBody>
      </p:sp>
    </p:spTree>
    <p:extLst>
      <p:ext uri="{BB962C8B-B14F-4D97-AF65-F5344CB8AC3E}">
        <p14:creationId xmlns:p14="http://schemas.microsoft.com/office/powerpoint/2010/main" val="21075750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E4F695-7750-689F-5B50-FB636F5EBB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B1395B8-C81F-2031-5053-1B55288A883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BE02979-9C0B-5677-7FD8-CCE3EC5B06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3BF253-3AFD-297E-8D40-FEA3A7E75FC1}"/>
              </a:ext>
            </a:extLst>
          </p:cNvPr>
          <p:cNvSpPr>
            <a:spLocks noGrp="1"/>
          </p:cNvSpPr>
          <p:nvPr>
            <p:ph type="dt" sz="half" idx="10"/>
          </p:nvPr>
        </p:nvSpPr>
        <p:spPr/>
        <p:txBody>
          <a:bodyPr/>
          <a:lstStyle/>
          <a:p>
            <a:fld id="{9CC23755-09D1-46BC-A639-BA0E1F021FB9}" type="datetimeFigureOut">
              <a:rPr lang="en-US" smtClean="0"/>
              <a:t>7/10/2026</a:t>
            </a:fld>
            <a:endParaRPr lang="en-US"/>
          </a:p>
        </p:txBody>
      </p:sp>
      <p:sp>
        <p:nvSpPr>
          <p:cNvPr id="6" name="Footer Placeholder 5">
            <a:extLst>
              <a:ext uri="{FF2B5EF4-FFF2-40B4-BE49-F238E27FC236}">
                <a16:creationId xmlns:a16="http://schemas.microsoft.com/office/drawing/2014/main" id="{5E066CC1-EECC-413E-5ACA-C0BFBB40102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78D0F3-0AE1-6399-0253-5F29A6AF5895}"/>
              </a:ext>
            </a:extLst>
          </p:cNvPr>
          <p:cNvSpPr>
            <a:spLocks noGrp="1"/>
          </p:cNvSpPr>
          <p:nvPr>
            <p:ph type="sldNum" sz="quarter" idx="12"/>
          </p:nvPr>
        </p:nvSpPr>
        <p:spPr/>
        <p:txBody>
          <a:bodyPr/>
          <a:lstStyle/>
          <a:p>
            <a:fld id="{D097B822-B200-47A2-B1A3-B08578D70179}" type="slidenum">
              <a:rPr lang="en-US" smtClean="0"/>
              <a:t>‹#›</a:t>
            </a:fld>
            <a:endParaRPr lang="en-US"/>
          </a:p>
        </p:txBody>
      </p:sp>
    </p:spTree>
    <p:extLst>
      <p:ext uri="{BB962C8B-B14F-4D97-AF65-F5344CB8AC3E}">
        <p14:creationId xmlns:p14="http://schemas.microsoft.com/office/powerpoint/2010/main" val="23281023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D13637-455A-DE3A-1CE9-9E8D1F62E71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CCF0D88-F245-9136-B134-0077D6195B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A9455AF-8879-F001-E3CC-1B1A4333EF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BB1895-4880-F41B-A2F5-628592B51C0D}"/>
              </a:ext>
            </a:extLst>
          </p:cNvPr>
          <p:cNvSpPr>
            <a:spLocks noGrp="1"/>
          </p:cNvSpPr>
          <p:nvPr>
            <p:ph type="dt" sz="half" idx="10"/>
          </p:nvPr>
        </p:nvSpPr>
        <p:spPr/>
        <p:txBody>
          <a:bodyPr/>
          <a:lstStyle/>
          <a:p>
            <a:fld id="{9CC23755-09D1-46BC-A639-BA0E1F021FB9}" type="datetimeFigureOut">
              <a:rPr lang="en-US" smtClean="0"/>
              <a:t>7/10/2026</a:t>
            </a:fld>
            <a:endParaRPr lang="en-US"/>
          </a:p>
        </p:txBody>
      </p:sp>
      <p:sp>
        <p:nvSpPr>
          <p:cNvPr id="6" name="Footer Placeholder 5">
            <a:extLst>
              <a:ext uri="{FF2B5EF4-FFF2-40B4-BE49-F238E27FC236}">
                <a16:creationId xmlns:a16="http://schemas.microsoft.com/office/drawing/2014/main" id="{C0AFE8F0-49CC-CC21-3A2B-15141AA7D8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2F1D444-C655-F75D-106B-57BDCE8EFCC3}"/>
              </a:ext>
            </a:extLst>
          </p:cNvPr>
          <p:cNvSpPr>
            <a:spLocks noGrp="1"/>
          </p:cNvSpPr>
          <p:nvPr>
            <p:ph type="sldNum" sz="quarter" idx="12"/>
          </p:nvPr>
        </p:nvSpPr>
        <p:spPr/>
        <p:txBody>
          <a:bodyPr/>
          <a:lstStyle/>
          <a:p>
            <a:fld id="{D097B822-B200-47A2-B1A3-B08578D70179}" type="slidenum">
              <a:rPr lang="en-US" smtClean="0"/>
              <a:t>‹#›</a:t>
            </a:fld>
            <a:endParaRPr lang="en-US"/>
          </a:p>
        </p:txBody>
      </p:sp>
    </p:spTree>
    <p:extLst>
      <p:ext uri="{BB962C8B-B14F-4D97-AF65-F5344CB8AC3E}">
        <p14:creationId xmlns:p14="http://schemas.microsoft.com/office/powerpoint/2010/main" val="19156331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F5DCB-5B50-64B9-788D-C0474BFF546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3B839B0-A980-AFF8-F606-E8FA883540B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9451422-147E-F45B-6467-B6E54D80E46D}"/>
              </a:ext>
            </a:extLst>
          </p:cNvPr>
          <p:cNvSpPr>
            <a:spLocks noGrp="1"/>
          </p:cNvSpPr>
          <p:nvPr>
            <p:ph type="dt" sz="half" idx="10"/>
          </p:nvPr>
        </p:nvSpPr>
        <p:spPr/>
        <p:txBody>
          <a:bodyPr/>
          <a:lstStyle/>
          <a:p>
            <a:fld id="{9CC23755-09D1-46BC-A639-BA0E1F021FB9}" type="datetimeFigureOut">
              <a:rPr lang="en-US" smtClean="0"/>
              <a:t>7/10/2026</a:t>
            </a:fld>
            <a:endParaRPr lang="en-US"/>
          </a:p>
        </p:txBody>
      </p:sp>
      <p:sp>
        <p:nvSpPr>
          <p:cNvPr id="5" name="Footer Placeholder 4">
            <a:extLst>
              <a:ext uri="{FF2B5EF4-FFF2-40B4-BE49-F238E27FC236}">
                <a16:creationId xmlns:a16="http://schemas.microsoft.com/office/drawing/2014/main" id="{0B915224-9F7C-0B57-C267-842040342B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CB85ACF-842C-5593-9869-AB882BE59A42}"/>
              </a:ext>
            </a:extLst>
          </p:cNvPr>
          <p:cNvSpPr>
            <a:spLocks noGrp="1"/>
          </p:cNvSpPr>
          <p:nvPr>
            <p:ph type="sldNum" sz="quarter" idx="12"/>
          </p:nvPr>
        </p:nvSpPr>
        <p:spPr/>
        <p:txBody>
          <a:bodyPr/>
          <a:lstStyle/>
          <a:p>
            <a:fld id="{D097B822-B200-47A2-B1A3-B08578D70179}" type="slidenum">
              <a:rPr lang="en-US" smtClean="0"/>
              <a:t>‹#›</a:t>
            </a:fld>
            <a:endParaRPr lang="en-US"/>
          </a:p>
        </p:txBody>
      </p:sp>
    </p:spTree>
    <p:extLst>
      <p:ext uri="{BB962C8B-B14F-4D97-AF65-F5344CB8AC3E}">
        <p14:creationId xmlns:p14="http://schemas.microsoft.com/office/powerpoint/2010/main" val="26421774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0E5D3F8-E2ED-3416-3C6B-475C8BCA5D6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34C8ACE-7D86-E20D-21DA-D2523F842B4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C1DFC90-FF5B-B547-0E71-151A5FD01452}"/>
              </a:ext>
            </a:extLst>
          </p:cNvPr>
          <p:cNvSpPr>
            <a:spLocks noGrp="1"/>
          </p:cNvSpPr>
          <p:nvPr>
            <p:ph type="dt" sz="half" idx="10"/>
          </p:nvPr>
        </p:nvSpPr>
        <p:spPr/>
        <p:txBody>
          <a:bodyPr/>
          <a:lstStyle/>
          <a:p>
            <a:fld id="{9CC23755-09D1-46BC-A639-BA0E1F021FB9}" type="datetimeFigureOut">
              <a:rPr lang="en-US" smtClean="0"/>
              <a:t>7/10/2026</a:t>
            </a:fld>
            <a:endParaRPr lang="en-US"/>
          </a:p>
        </p:txBody>
      </p:sp>
      <p:sp>
        <p:nvSpPr>
          <p:cNvPr id="5" name="Footer Placeholder 4">
            <a:extLst>
              <a:ext uri="{FF2B5EF4-FFF2-40B4-BE49-F238E27FC236}">
                <a16:creationId xmlns:a16="http://schemas.microsoft.com/office/drawing/2014/main" id="{7E7944E9-0095-A8CD-7446-672516F5A2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679E3E-7E1D-6322-0663-9029354555E5}"/>
              </a:ext>
            </a:extLst>
          </p:cNvPr>
          <p:cNvSpPr>
            <a:spLocks noGrp="1"/>
          </p:cNvSpPr>
          <p:nvPr>
            <p:ph type="sldNum" sz="quarter" idx="12"/>
          </p:nvPr>
        </p:nvSpPr>
        <p:spPr/>
        <p:txBody>
          <a:bodyPr/>
          <a:lstStyle/>
          <a:p>
            <a:fld id="{D097B822-B200-47A2-B1A3-B08578D70179}" type="slidenum">
              <a:rPr lang="en-US" smtClean="0"/>
              <a:t>‹#›</a:t>
            </a:fld>
            <a:endParaRPr lang="en-US"/>
          </a:p>
        </p:txBody>
      </p:sp>
    </p:spTree>
    <p:extLst>
      <p:ext uri="{BB962C8B-B14F-4D97-AF65-F5344CB8AC3E}">
        <p14:creationId xmlns:p14="http://schemas.microsoft.com/office/powerpoint/2010/main" val="41139259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sp>
        <p:nvSpPr>
          <p:cNvPr id="15" name="Graphic 13">
            <a:extLst>
              <a:ext uri="{FF2B5EF4-FFF2-40B4-BE49-F238E27FC236}">
                <a16:creationId xmlns:a16="http://schemas.microsoft.com/office/drawing/2014/main" id="{5D1B5F70-39A3-4E01-8EEB-A624F6527260}"/>
              </a:ext>
            </a:extLst>
          </p:cNvPr>
          <p:cNvSpPr>
            <a:spLocks noChangeAspect="1"/>
          </p:cNvSpPr>
          <p:nvPr/>
        </p:nvSpPr>
        <p:spPr>
          <a:xfrm>
            <a:off x="263352" y="908720"/>
            <a:ext cx="10199251" cy="619268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242574"/>
            <a:ext cx="11379200" cy="307777"/>
          </a:xfrm>
        </p:spPr>
        <p:txBody>
          <a:bodyPr wrap="square" lIns="36000" tIns="0" rIns="36000">
            <a:sp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B290AA58-6524-4A50-851C-8EA6E75AA5EE}"/>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155116" y="260648"/>
            <a:ext cx="3024000" cy="1226177"/>
          </a:xfrm>
          <a:prstGeom prst="rect">
            <a:avLst/>
          </a:prstGeom>
        </p:spPr>
      </p:pic>
    </p:spTree>
    <p:extLst>
      <p:ext uri="{BB962C8B-B14F-4D97-AF65-F5344CB8AC3E}">
        <p14:creationId xmlns:p14="http://schemas.microsoft.com/office/powerpoint/2010/main" val="4159737715"/>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7" name="Image 6" descr="Une image contenant texte&#10;&#10;Description générée automatiquement">
            <a:extLst>
              <a:ext uri="{FF2B5EF4-FFF2-40B4-BE49-F238E27FC236}">
                <a16:creationId xmlns:a16="http://schemas.microsoft.com/office/drawing/2014/main" id="{873884F3-4760-488E-A25C-0D285C88AE32}"/>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8408" y="260648"/>
            <a:ext cx="3024000" cy="1226177"/>
          </a:xfrm>
          <a:prstGeom prst="rect">
            <a:avLst/>
          </a:prstGeom>
        </p:spPr>
      </p:pic>
    </p:spTree>
    <p:extLst>
      <p:ext uri="{BB962C8B-B14F-4D97-AF65-F5344CB8AC3E}">
        <p14:creationId xmlns:p14="http://schemas.microsoft.com/office/powerpoint/2010/main" val="749053309"/>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4E7913BD-2F2A-43EA-9355-0DD8C035B5EB}"/>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014016" y="246471"/>
            <a:ext cx="3078000" cy="1248074"/>
          </a:xfrm>
          <a:prstGeom prst="rect">
            <a:avLst/>
          </a:prstGeom>
        </p:spPr>
      </p:pic>
    </p:spTree>
    <p:extLst>
      <p:ext uri="{BB962C8B-B14F-4D97-AF65-F5344CB8AC3E}">
        <p14:creationId xmlns:p14="http://schemas.microsoft.com/office/powerpoint/2010/main" val="1107563936"/>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3798202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6136438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3261695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92665083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70338196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52540409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1005455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396027916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18920484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3025900032"/>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Title and full screen imag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E832AC1-21AF-4DAD-A220-3541D7B3D0D5}"/>
              </a:ext>
            </a:extLst>
          </p:cNvPr>
          <p:cNvSpPr>
            <a:spLocks noGrp="1"/>
          </p:cNvSpPr>
          <p:nvPr>
            <p:ph type="pic" sz="quarter" idx="10" hasCustomPrompt="1"/>
          </p:nvPr>
        </p:nvSpPr>
        <p:spPr>
          <a:xfrm>
            <a:off x="0" y="0"/>
            <a:ext cx="12192000" cy="6858000"/>
          </a:xfrm>
          <a:custGeom>
            <a:avLst/>
            <a:gdLst>
              <a:gd name="connsiteX0" fmla="*/ 11786547 w 12192000"/>
              <a:gd name="connsiteY0" fmla="*/ 205058 h 6858000"/>
              <a:gd name="connsiteX1" fmla="*/ 11562163 w 12192000"/>
              <a:gd name="connsiteY1" fmla="*/ 436971 h 6858000"/>
              <a:gd name="connsiteX2" fmla="*/ 11639891 w 12192000"/>
              <a:gd name="connsiteY2" fmla="*/ 551459 h 6858000"/>
              <a:gd name="connsiteX3" fmla="*/ 11719085 w 12192000"/>
              <a:gd name="connsiteY3" fmla="*/ 552927 h 6858000"/>
              <a:gd name="connsiteX4" fmla="*/ 11751166 w 12192000"/>
              <a:gd name="connsiteY4" fmla="*/ 536965 h 6858000"/>
              <a:gd name="connsiteX5" fmla="*/ 11777548 w 12192000"/>
              <a:gd name="connsiteY5" fmla="*/ 513474 h 6858000"/>
              <a:gd name="connsiteX6" fmla="*/ 11770504 w 12192000"/>
              <a:gd name="connsiteY6" fmla="*/ 536398 h 6858000"/>
              <a:gd name="connsiteX7" fmla="*/ 11705703 w 12192000"/>
              <a:gd name="connsiteY7" fmla="*/ 579359 h 6858000"/>
              <a:gd name="connsiteX8" fmla="*/ 11760002 w 12192000"/>
              <a:gd name="connsiteY8" fmla="*/ 594046 h 6858000"/>
              <a:gd name="connsiteX9" fmla="*/ 11889144 w 12192000"/>
              <a:gd name="connsiteY9" fmla="*/ 551453 h 6858000"/>
              <a:gd name="connsiteX10" fmla="*/ 11824573 w 12192000"/>
              <a:gd name="connsiteY10" fmla="*/ 494172 h 6858000"/>
              <a:gd name="connsiteX11" fmla="*/ 11889144 w 12192000"/>
              <a:gd name="connsiteY11" fmla="*/ 525016 h 6858000"/>
              <a:gd name="connsiteX12" fmla="*/ 11974376 w 12192000"/>
              <a:gd name="connsiteY12" fmla="*/ 467391 h 6858000"/>
              <a:gd name="connsiteX13" fmla="*/ 11981591 w 12192000"/>
              <a:gd name="connsiteY13" fmla="*/ 431058 h 6858000"/>
              <a:gd name="connsiteX14" fmla="*/ 11981599 w 12192000"/>
              <a:gd name="connsiteY14" fmla="*/ 431100 h 6858000"/>
              <a:gd name="connsiteX15" fmla="*/ 11981599 w 12192000"/>
              <a:gd name="connsiteY15" fmla="*/ 431017 h 6858000"/>
              <a:gd name="connsiteX16" fmla="*/ 11981599 w 12192000"/>
              <a:gd name="connsiteY16" fmla="*/ 428164 h 6858000"/>
              <a:gd name="connsiteX17" fmla="*/ 11909738 w 12192000"/>
              <a:gd name="connsiteY17" fmla="*/ 279916 h 6858000"/>
              <a:gd name="connsiteX18" fmla="*/ 11796813 w 12192000"/>
              <a:gd name="connsiteY18" fmla="*/ 209461 h 6858000"/>
              <a:gd name="connsiteX19" fmla="*/ 11786547 w 12192000"/>
              <a:gd name="connsiteY19" fmla="*/ 205058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6547" y="205058"/>
                </a:moveTo>
                <a:cubicBezTo>
                  <a:pt x="11736684" y="265238"/>
                  <a:pt x="11562163" y="310740"/>
                  <a:pt x="11562163" y="436971"/>
                </a:cubicBezTo>
                <a:cubicBezTo>
                  <a:pt x="11562163" y="486876"/>
                  <a:pt x="11592961" y="533846"/>
                  <a:pt x="11639891" y="551459"/>
                </a:cubicBezTo>
                <a:cubicBezTo>
                  <a:pt x="11666289" y="561734"/>
                  <a:pt x="11692687" y="561734"/>
                  <a:pt x="11719085" y="552927"/>
                </a:cubicBezTo>
                <a:cubicBezTo>
                  <a:pt x="11730818" y="549258"/>
                  <a:pt x="11741450" y="543753"/>
                  <a:pt x="11751166" y="536965"/>
                </a:cubicBezTo>
                <a:lnTo>
                  <a:pt x="11777548" y="513474"/>
                </a:lnTo>
                <a:lnTo>
                  <a:pt x="11770504" y="536398"/>
                </a:lnTo>
                <a:cubicBezTo>
                  <a:pt x="11758809" y="558154"/>
                  <a:pt x="11734320" y="574953"/>
                  <a:pt x="11705703" y="579359"/>
                </a:cubicBezTo>
                <a:cubicBezTo>
                  <a:pt x="11714508" y="588171"/>
                  <a:pt x="11735054" y="594046"/>
                  <a:pt x="11760002" y="594046"/>
                </a:cubicBezTo>
                <a:cubicBezTo>
                  <a:pt x="11805495" y="594046"/>
                  <a:pt x="11861261" y="580827"/>
                  <a:pt x="11889144" y="551453"/>
                </a:cubicBezTo>
                <a:cubicBezTo>
                  <a:pt x="11850989" y="552921"/>
                  <a:pt x="11826041" y="527953"/>
                  <a:pt x="11824573" y="494172"/>
                </a:cubicBezTo>
                <a:cubicBezTo>
                  <a:pt x="11842183" y="516203"/>
                  <a:pt x="11864196" y="525016"/>
                  <a:pt x="11889144" y="525016"/>
                </a:cubicBezTo>
                <a:cubicBezTo>
                  <a:pt x="11927667" y="525016"/>
                  <a:pt x="11960411" y="501057"/>
                  <a:pt x="11974376" y="467391"/>
                </a:cubicBezTo>
                <a:lnTo>
                  <a:pt x="11981591" y="431058"/>
                </a:lnTo>
                <a:lnTo>
                  <a:pt x="11981599" y="431100"/>
                </a:lnTo>
                <a:lnTo>
                  <a:pt x="11981599" y="431017"/>
                </a:lnTo>
                <a:lnTo>
                  <a:pt x="11981599" y="428164"/>
                </a:lnTo>
                <a:cubicBezTo>
                  <a:pt x="11981599" y="369452"/>
                  <a:pt x="11952268" y="319547"/>
                  <a:pt x="11909738" y="279916"/>
                </a:cubicBezTo>
                <a:cubicBezTo>
                  <a:pt x="11877473" y="249092"/>
                  <a:pt x="11837876" y="227075"/>
                  <a:pt x="11796813" y="209461"/>
                </a:cubicBezTo>
                <a:cubicBezTo>
                  <a:pt x="11793879" y="207994"/>
                  <a:pt x="11790946" y="206526"/>
                  <a:pt x="11786547" y="205058"/>
                </a:cubicBezTo>
                <a:close/>
                <a:moveTo>
                  <a:pt x="0" y="0"/>
                </a:moveTo>
                <a:lnTo>
                  <a:pt x="12192000" y="0"/>
                </a:lnTo>
                <a:lnTo>
                  <a:pt x="12192000" y="6858000"/>
                </a:lnTo>
                <a:lnTo>
                  <a:pt x="0" y="6858000"/>
                </a:lnTo>
                <a:close/>
              </a:path>
            </a:pathLst>
          </a:custGeom>
        </p:spPr>
        <p:txBody>
          <a:bodyPr wrap="square">
            <a:noAutofit/>
          </a:bodyPr>
          <a:lstStyle>
            <a:lvl1pPr>
              <a:defRPr>
                <a:solidFill>
                  <a:schemeClr val="bg2">
                    <a:lumMod val="50000"/>
                  </a:schemeClr>
                </a:solidFill>
              </a:defRPr>
            </a:lvl1pPr>
          </a:lstStyle>
          <a:p>
            <a:r>
              <a:rPr lang="en-US"/>
              <a:t>Click icon to add picture and arrange the picture in the background</a:t>
            </a:r>
            <a:endParaRPr lang="en-GB"/>
          </a:p>
        </p:txBody>
      </p:sp>
      <p:sp>
        <p:nvSpPr>
          <p:cNvPr id="2" name="Title 1">
            <a:extLst>
              <a:ext uri="{FF2B5EF4-FFF2-40B4-BE49-F238E27FC236}">
                <a16:creationId xmlns:a16="http://schemas.microsoft.com/office/drawing/2014/main" id="{FDB0CAFF-8B20-4B52-A18C-BFD139761BF9}"/>
              </a:ext>
            </a:extLst>
          </p:cNvPr>
          <p:cNvSpPr>
            <a:spLocks noGrp="1"/>
          </p:cNvSpPr>
          <p:nvPr>
            <p:ph type="title"/>
          </p:nvPr>
        </p:nvSpPr>
        <p:spPr>
          <a:xfrm>
            <a:off x="404813" y="1951673"/>
            <a:ext cx="4562475" cy="2954655"/>
          </a:xfrm>
        </p:spPr>
        <p:txBody>
          <a:bodyPr vert="horz" wrap="square" lIns="72000" tIns="0" rIns="0" bIns="0" rtlCol="0" anchor="ctr">
            <a:spAutoFit/>
          </a:bodyPr>
          <a:lstStyle>
            <a:lvl1pPr>
              <a:lnSpc>
                <a:spcPct val="80000"/>
              </a:lnSpc>
              <a:defRPr lang="en-GB" sz="6000" dirty="0">
                <a:solidFill>
                  <a:schemeClr val="bg1"/>
                </a:solidFill>
              </a:defRPr>
            </a:lvl1pPr>
          </a:lstStyle>
          <a:p>
            <a:pPr lvl="0"/>
            <a:r>
              <a:rPr lang="en-US"/>
              <a:t>Click to edit Master title style</a:t>
            </a:r>
            <a:endParaRPr lang="en-GB"/>
          </a:p>
        </p:txBody>
      </p:sp>
    </p:spTree>
    <p:extLst>
      <p:ext uri="{BB962C8B-B14F-4D97-AF65-F5344CB8AC3E}">
        <p14:creationId xmlns:p14="http://schemas.microsoft.com/office/powerpoint/2010/main" val="3462519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2057341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29409681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spTree>
    <p:extLst>
      <p:ext uri="{BB962C8B-B14F-4D97-AF65-F5344CB8AC3E}">
        <p14:creationId xmlns:p14="http://schemas.microsoft.com/office/powerpoint/2010/main" val="333880040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102344393"/>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2_Final Slide 1">
    <p:bg>
      <p:bgPr>
        <a:solidFill>
          <a:srgbClr val="272936"/>
        </a:solidFill>
        <a:effectLst/>
      </p:bgPr>
    </p:bg>
    <p:spTree>
      <p:nvGrpSpPr>
        <p:cNvPr id="1" name=""/>
        <p:cNvGrpSpPr/>
        <p:nvPr/>
      </p:nvGrpSpPr>
      <p:grpSpPr>
        <a:xfrm>
          <a:off x="0" y="0"/>
          <a:ext cx="0" cy="0"/>
          <a:chOff x="0" y="0"/>
          <a:chExt cx="0" cy="0"/>
        </a:xfrm>
      </p:grpSpPr>
      <p:pic>
        <p:nvPicPr>
          <p:cNvPr id="2" name="Picture 2" descr="D:\My Work\Template\Icons\Social Media\LinkedIN.png">
            <a:hlinkClick r:id="rId2"/>
            <a:extLst>
              <a:ext uri="{FF2B5EF4-FFF2-40B4-BE49-F238E27FC236}">
                <a16:creationId xmlns:a16="http://schemas.microsoft.com/office/drawing/2014/main" id="{A4098EBF-0576-4B89-72BE-9BB8624685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9625" y="4967288"/>
            <a:ext cx="3333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4" descr="D:\My Work\Template\Icons\Social Media\SlideShare.png">
            <a:hlinkClick r:id="rId4"/>
            <a:extLst>
              <a:ext uri="{FF2B5EF4-FFF2-40B4-BE49-F238E27FC236}">
                <a16:creationId xmlns:a16="http://schemas.microsoft.com/office/drawing/2014/main" id="{20DBB350-7415-DC3A-B8E7-E8EBFBBA720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93800" y="4967288"/>
            <a:ext cx="3333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5" descr="D:\My Work\Template\Icons\Social Media\Twitter.png">
            <a:hlinkClick r:id="rId6"/>
            <a:extLst>
              <a:ext uri="{FF2B5EF4-FFF2-40B4-BE49-F238E27FC236}">
                <a16:creationId xmlns:a16="http://schemas.microsoft.com/office/drawing/2014/main" id="{B18C8BCA-D62D-C33B-3D23-B84C43B6E89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76388" y="4967288"/>
            <a:ext cx="3333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6" descr="D:\My Work\Template\Icons\Social Media\YouTube.png">
            <a:hlinkClick r:id="rId8"/>
            <a:extLst>
              <a:ext uri="{FF2B5EF4-FFF2-40B4-BE49-F238E27FC236}">
                <a16:creationId xmlns:a16="http://schemas.microsoft.com/office/drawing/2014/main" id="{92B2E088-A291-FDC6-DB66-754C06BCAB1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60563" y="4967288"/>
            <a:ext cx="3333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7" descr="D:\My Work\Template\Icons\Social Media\Facebook.png">
            <a:hlinkClick r:id="rId10"/>
            <a:extLst>
              <a:ext uri="{FF2B5EF4-FFF2-40B4-BE49-F238E27FC236}">
                <a16:creationId xmlns:a16="http://schemas.microsoft.com/office/drawing/2014/main" id="{8346F084-8C87-DD07-332D-C90A02054B2E}"/>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27038" y="4967288"/>
            <a:ext cx="3333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9">
            <a:extLst>
              <a:ext uri="{FF2B5EF4-FFF2-40B4-BE49-F238E27FC236}">
                <a16:creationId xmlns:a16="http://schemas.microsoft.com/office/drawing/2014/main" id="{8A565145-AF00-EF19-092D-34AD259F8420}"/>
              </a:ext>
            </a:extLst>
          </p:cNvPr>
          <p:cNvSpPr>
            <a:spLocks noChangeArrowheads="1"/>
          </p:cNvSpPr>
          <p:nvPr/>
        </p:nvSpPr>
        <p:spPr bwMode="auto">
          <a:xfrm>
            <a:off x="427038" y="5810250"/>
            <a:ext cx="32924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defRPr>
                <a:solidFill>
                  <a:schemeClr val="tx1"/>
                </a:solidFill>
                <a:latin typeface="Ubuntu" panose="020B0504030602030204" pitchFamily="34" charset="0"/>
              </a:defRPr>
            </a:lvl1pPr>
            <a:lvl2pPr marL="742950" indent="-285750">
              <a:defRPr>
                <a:solidFill>
                  <a:schemeClr val="tx1"/>
                </a:solidFill>
                <a:latin typeface="Ubuntu" panose="020B0504030602030204" pitchFamily="34" charset="0"/>
              </a:defRPr>
            </a:lvl2pPr>
            <a:lvl3pPr marL="1143000" indent="-228600">
              <a:defRPr>
                <a:solidFill>
                  <a:schemeClr val="tx1"/>
                </a:solidFill>
                <a:latin typeface="Ubuntu" panose="020B0504030602030204" pitchFamily="34" charset="0"/>
              </a:defRPr>
            </a:lvl3pPr>
            <a:lvl4pPr marL="1600200" indent="-228600">
              <a:defRPr>
                <a:solidFill>
                  <a:schemeClr val="tx1"/>
                </a:solidFill>
                <a:latin typeface="Ubuntu" panose="020B0504030602030204" pitchFamily="34" charset="0"/>
              </a:defRPr>
            </a:lvl4pPr>
            <a:lvl5pPr marL="2057400" indent="-228600">
              <a:defRPr>
                <a:solidFill>
                  <a:schemeClr val="tx1"/>
                </a:solidFill>
                <a:latin typeface="Ubuntu" panose="020B0504030602030204" pitchFamily="34" charset="0"/>
              </a:defRPr>
            </a:lvl5pPr>
            <a:lvl6pPr marL="2514600" indent="-228600" fontAlgn="base">
              <a:spcBef>
                <a:spcPct val="0"/>
              </a:spcBef>
              <a:spcAft>
                <a:spcPct val="0"/>
              </a:spcAft>
              <a:defRPr>
                <a:solidFill>
                  <a:schemeClr val="tx1"/>
                </a:solidFill>
                <a:latin typeface="Ubuntu" panose="020B0504030602030204" pitchFamily="34" charset="0"/>
              </a:defRPr>
            </a:lvl6pPr>
            <a:lvl7pPr marL="2971800" indent="-228600" fontAlgn="base">
              <a:spcBef>
                <a:spcPct val="0"/>
              </a:spcBef>
              <a:spcAft>
                <a:spcPct val="0"/>
              </a:spcAft>
              <a:defRPr>
                <a:solidFill>
                  <a:schemeClr val="tx1"/>
                </a:solidFill>
                <a:latin typeface="Ubuntu" panose="020B0504030602030204" pitchFamily="34" charset="0"/>
              </a:defRPr>
            </a:lvl7pPr>
            <a:lvl8pPr marL="3429000" indent="-228600" fontAlgn="base">
              <a:spcBef>
                <a:spcPct val="0"/>
              </a:spcBef>
              <a:spcAft>
                <a:spcPct val="0"/>
              </a:spcAft>
              <a:defRPr>
                <a:solidFill>
                  <a:schemeClr val="tx1"/>
                </a:solidFill>
                <a:latin typeface="Ubuntu" panose="020B0504030602030204" pitchFamily="34" charset="0"/>
              </a:defRPr>
            </a:lvl8pPr>
            <a:lvl9pPr marL="3886200" indent="-228600" fontAlgn="base">
              <a:spcBef>
                <a:spcPct val="0"/>
              </a:spcBef>
              <a:spcAft>
                <a:spcPct val="0"/>
              </a:spcAft>
              <a:defRPr>
                <a:solidFill>
                  <a:schemeClr val="tx1"/>
                </a:solidFill>
                <a:latin typeface="Ubuntu" panose="020B0504030602030204" pitchFamily="34" charset="0"/>
              </a:defRPr>
            </a:lvl9pPr>
          </a:lstStyle>
          <a:p>
            <a:pPr eaLnBrk="1" hangingPunct="1">
              <a:spcAft>
                <a:spcPts val="600"/>
              </a:spcAft>
            </a:pPr>
            <a:r>
              <a:rPr lang="en-US" altLang="en-US" sz="700">
                <a:solidFill>
                  <a:schemeClr val="bg1"/>
                </a:solidFill>
                <a:cs typeface="Arial" panose="020B0604020202020204" pitchFamily="34" charset="0"/>
              </a:rPr>
              <a:t>This presentation contains information that may be privileged or confidential and is the property of the Capgemini Group.</a:t>
            </a:r>
          </a:p>
          <a:p>
            <a:pPr eaLnBrk="1" hangingPunct="1">
              <a:spcAft>
                <a:spcPts val="600"/>
              </a:spcAft>
            </a:pPr>
            <a:r>
              <a:rPr lang="en-US" altLang="en-US" sz="700">
                <a:solidFill>
                  <a:schemeClr val="bg1"/>
                </a:solidFill>
                <a:cs typeface="Arial" panose="020B0604020202020204" pitchFamily="34" charset="0"/>
              </a:rPr>
              <a:t>Copyright © 2023 Capgemini. All rights reserved.</a:t>
            </a:r>
          </a:p>
        </p:txBody>
      </p:sp>
      <p:pic>
        <p:nvPicPr>
          <p:cNvPr id="8" name="Image 27">
            <a:extLst>
              <a:ext uri="{FF2B5EF4-FFF2-40B4-BE49-F238E27FC236}">
                <a16:creationId xmlns:a16="http://schemas.microsoft.com/office/drawing/2014/main" id="{F61F4701-EA00-D2D6-D052-4FED11C2FC5B}"/>
              </a:ext>
            </a:extLst>
          </p:cNvPr>
          <p:cNvPicPr>
            <a:picLocks noChangeAspect="1" noChangeArrowheads="1"/>
          </p:cNvPicPr>
          <p:nvPr userDrawn="1"/>
        </p:nvPicPr>
        <p:blipFill>
          <a:blip r:embed="rId12">
            <a:extLst>
              <a:ext uri="{28A0092B-C50C-407E-A947-70E740481C1C}">
                <a14:useLocalDpi xmlns:a14="http://schemas.microsoft.com/office/drawing/2010/main" val="0"/>
              </a:ext>
            </a:extLst>
          </a:blip>
          <a:srcRect/>
          <a:stretch>
            <a:fillRect/>
          </a:stretch>
        </p:blipFill>
        <p:spPr bwMode="auto">
          <a:xfrm rot="1808368" flipV="1">
            <a:off x="3660775" y="-1184275"/>
            <a:ext cx="10604500" cy="7497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a:extLst>
              <a:ext uri="{FF2B5EF4-FFF2-40B4-BE49-F238E27FC236}">
                <a16:creationId xmlns:a16="http://schemas.microsoft.com/office/drawing/2014/main" id="{0CF76447-3CB2-6DAA-E5E7-4BA3639F965F}"/>
              </a:ext>
            </a:extLst>
          </p:cNvPr>
          <p:cNvSpPr/>
          <p:nvPr/>
        </p:nvSpPr>
        <p:spPr>
          <a:xfrm>
            <a:off x="6535738" y="3317875"/>
            <a:ext cx="4638675" cy="14938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lstStyle/>
          <a:p>
            <a:pPr algn="just" eaLnBrk="1" fontAlgn="auto" hangingPunct="1">
              <a:spcBef>
                <a:spcPts val="0"/>
              </a:spcBef>
              <a:spcAft>
                <a:spcPts val="0"/>
              </a:spcAft>
              <a:defRPr/>
            </a:pPr>
            <a:r>
              <a:rPr lang="en-IN" sz="900">
                <a:solidFill>
                  <a:schemeClr val="bg1"/>
                </a:solidFill>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360,000 team members in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2022 global revenues of €22 billion.</a:t>
            </a:r>
            <a:endParaRPr lang="en-US" sz="900">
              <a:solidFill>
                <a:schemeClr val="bg1"/>
              </a:solidFill>
            </a:endParaRPr>
          </a:p>
        </p:txBody>
      </p:sp>
      <p:sp>
        <p:nvSpPr>
          <p:cNvPr id="10" name="Rectangle 9">
            <a:extLst>
              <a:ext uri="{FF2B5EF4-FFF2-40B4-BE49-F238E27FC236}">
                <a16:creationId xmlns:a16="http://schemas.microsoft.com/office/drawing/2014/main" id="{3DD57CFD-DC91-366E-DD31-6C8F49AB8D50}"/>
              </a:ext>
            </a:extLst>
          </p:cNvPr>
          <p:cNvSpPr/>
          <p:nvPr/>
        </p:nvSpPr>
        <p:spPr>
          <a:xfrm>
            <a:off x="6535738" y="2938463"/>
            <a:ext cx="2220912" cy="2301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spAutoFit/>
          </a:bodyPr>
          <a:lstStyle/>
          <a:p>
            <a:pPr eaLnBrk="1" fontAlgn="auto" hangingPunct="1">
              <a:lnSpc>
                <a:spcPts val="2000"/>
              </a:lnSpc>
              <a:spcBef>
                <a:spcPts val="0"/>
              </a:spcBef>
              <a:spcAft>
                <a:spcPts val="0"/>
              </a:spcAft>
              <a:defRPr/>
            </a:pPr>
            <a:r>
              <a:rPr lang="en-US" sz="1400">
                <a:solidFill>
                  <a:schemeClr val="bg1"/>
                </a:solidFill>
              </a:rPr>
              <a:t>About Capgemini</a:t>
            </a:r>
          </a:p>
        </p:txBody>
      </p:sp>
      <p:sp>
        <p:nvSpPr>
          <p:cNvPr id="11" name="Rectangle 10">
            <a:extLst>
              <a:ext uri="{FF2B5EF4-FFF2-40B4-BE49-F238E27FC236}">
                <a16:creationId xmlns:a16="http://schemas.microsoft.com/office/drawing/2014/main" id="{B1E28010-5300-CA5D-BD9A-7C6AC8A4782B}"/>
              </a:ext>
            </a:extLst>
          </p:cNvPr>
          <p:cNvSpPr/>
          <p:nvPr/>
        </p:nvSpPr>
        <p:spPr>
          <a:xfrm>
            <a:off x="6535738" y="4894263"/>
            <a:ext cx="4344987" cy="406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lstStyle/>
          <a:p>
            <a:pPr eaLnBrk="1" fontAlgn="auto" hangingPunct="1">
              <a:lnSpc>
                <a:spcPts val="1200"/>
              </a:lnSpc>
              <a:spcBef>
                <a:spcPts val="0"/>
              </a:spcBef>
              <a:spcAft>
                <a:spcPts val="0"/>
              </a:spcAft>
              <a:defRPr/>
            </a:pPr>
            <a:r>
              <a:rPr lang="en-GB" sz="900">
                <a:solidFill>
                  <a:schemeClr val="bg1"/>
                </a:solidFill>
              </a:rPr>
              <a:t>Get the Future You Want </a:t>
            </a:r>
            <a:r>
              <a:rPr lang="en-US" sz="900">
                <a:solidFill>
                  <a:schemeClr val="bg1"/>
                </a:solidFill>
              </a:rPr>
              <a:t>|</a:t>
            </a:r>
            <a:r>
              <a:rPr lang="en-GB" sz="900">
                <a:solidFill>
                  <a:schemeClr val="bg1"/>
                </a:solidFill>
              </a:rPr>
              <a:t> </a:t>
            </a:r>
            <a:r>
              <a:rPr lang="en-US" sz="1050">
                <a:solidFill>
                  <a:schemeClr val="accent2"/>
                </a:solidFill>
              </a:rPr>
              <a:t>www.capgemini.com</a:t>
            </a:r>
          </a:p>
        </p:txBody>
      </p:sp>
      <p:pic>
        <p:nvPicPr>
          <p:cNvPr id="12" name="Image 12" descr="Une image contenant texte&#10;&#10;Description générée automatiquement">
            <a:extLst>
              <a:ext uri="{FF2B5EF4-FFF2-40B4-BE49-F238E27FC236}">
                <a16:creationId xmlns:a16="http://schemas.microsoft.com/office/drawing/2014/main" id="{CFAAF64E-3461-1A8C-ACD2-E8C391DCDC2D}"/>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14288" y="622300"/>
            <a:ext cx="3024187" cy="1225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9031929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9175283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blank" preserve="1">
  <p:cSld name="3_Final Slide 2">
    <p:bg>
      <p:bgPr>
        <a:solidFill>
          <a:srgbClr val="272936"/>
        </a:solidFill>
        <a:effectLst/>
      </p:bgPr>
    </p:bg>
    <p:spTree>
      <p:nvGrpSpPr>
        <p:cNvPr id="1" name=""/>
        <p:cNvGrpSpPr/>
        <p:nvPr/>
      </p:nvGrpSpPr>
      <p:grpSpPr>
        <a:xfrm>
          <a:off x="0" y="0"/>
          <a:ext cx="0" cy="0"/>
          <a:chOff x="0" y="0"/>
          <a:chExt cx="0" cy="0"/>
        </a:xfrm>
      </p:grpSpPr>
      <p:pic>
        <p:nvPicPr>
          <p:cNvPr id="2" name="Image 15">
            <a:extLst>
              <a:ext uri="{FF2B5EF4-FFF2-40B4-BE49-F238E27FC236}">
                <a16:creationId xmlns:a16="http://schemas.microsoft.com/office/drawing/2014/main" id="{168B73D2-E693-1556-A0B5-E36AB5B991C8}"/>
              </a:ext>
            </a:extLst>
          </p:cNvPr>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431800" y="1295400"/>
            <a:ext cx="9702800" cy="6043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4">
            <a:extLst>
              <a:ext uri="{FF2B5EF4-FFF2-40B4-BE49-F238E27FC236}">
                <a16:creationId xmlns:a16="http://schemas.microsoft.com/office/drawing/2014/main" id="{A3C72788-0360-4599-EA88-FF14A6D9670F}"/>
              </a:ext>
            </a:extLst>
          </p:cNvPr>
          <p:cNvSpPr>
            <a:spLocks noChangeArrowheads="1"/>
          </p:cNvSpPr>
          <p:nvPr/>
        </p:nvSpPr>
        <p:spPr bwMode="auto">
          <a:xfrm>
            <a:off x="427038" y="5840413"/>
            <a:ext cx="32210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defRPr>
                <a:solidFill>
                  <a:schemeClr val="tx1"/>
                </a:solidFill>
                <a:latin typeface="Ubuntu" panose="020B0504030602030204" pitchFamily="34" charset="0"/>
              </a:defRPr>
            </a:lvl1pPr>
            <a:lvl2pPr marL="742950" indent="-285750">
              <a:defRPr>
                <a:solidFill>
                  <a:schemeClr val="tx1"/>
                </a:solidFill>
                <a:latin typeface="Ubuntu" panose="020B0504030602030204" pitchFamily="34" charset="0"/>
              </a:defRPr>
            </a:lvl2pPr>
            <a:lvl3pPr marL="1143000" indent="-228600">
              <a:defRPr>
                <a:solidFill>
                  <a:schemeClr val="tx1"/>
                </a:solidFill>
                <a:latin typeface="Ubuntu" panose="020B0504030602030204" pitchFamily="34" charset="0"/>
              </a:defRPr>
            </a:lvl3pPr>
            <a:lvl4pPr marL="1600200" indent="-228600">
              <a:defRPr>
                <a:solidFill>
                  <a:schemeClr val="tx1"/>
                </a:solidFill>
                <a:latin typeface="Ubuntu" panose="020B0504030602030204" pitchFamily="34" charset="0"/>
              </a:defRPr>
            </a:lvl4pPr>
            <a:lvl5pPr marL="2057400" indent="-228600">
              <a:defRPr>
                <a:solidFill>
                  <a:schemeClr val="tx1"/>
                </a:solidFill>
                <a:latin typeface="Ubuntu" panose="020B0504030602030204" pitchFamily="34" charset="0"/>
              </a:defRPr>
            </a:lvl5pPr>
            <a:lvl6pPr marL="2514600" indent="-228600" fontAlgn="base">
              <a:spcBef>
                <a:spcPct val="0"/>
              </a:spcBef>
              <a:spcAft>
                <a:spcPct val="0"/>
              </a:spcAft>
              <a:defRPr>
                <a:solidFill>
                  <a:schemeClr val="tx1"/>
                </a:solidFill>
                <a:latin typeface="Ubuntu" panose="020B0504030602030204" pitchFamily="34" charset="0"/>
              </a:defRPr>
            </a:lvl6pPr>
            <a:lvl7pPr marL="2971800" indent="-228600" fontAlgn="base">
              <a:spcBef>
                <a:spcPct val="0"/>
              </a:spcBef>
              <a:spcAft>
                <a:spcPct val="0"/>
              </a:spcAft>
              <a:defRPr>
                <a:solidFill>
                  <a:schemeClr val="tx1"/>
                </a:solidFill>
                <a:latin typeface="Ubuntu" panose="020B0504030602030204" pitchFamily="34" charset="0"/>
              </a:defRPr>
            </a:lvl7pPr>
            <a:lvl8pPr marL="3429000" indent="-228600" fontAlgn="base">
              <a:spcBef>
                <a:spcPct val="0"/>
              </a:spcBef>
              <a:spcAft>
                <a:spcPct val="0"/>
              </a:spcAft>
              <a:defRPr>
                <a:solidFill>
                  <a:schemeClr val="tx1"/>
                </a:solidFill>
                <a:latin typeface="Ubuntu" panose="020B0504030602030204" pitchFamily="34" charset="0"/>
              </a:defRPr>
            </a:lvl8pPr>
            <a:lvl9pPr marL="3886200" indent="-228600" fontAlgn="base">
              <a:spcBef>
                <a:spcPct val="0"/>
              </a:spcBef>
              <a:spcAft>
                <a:spcPct val="0"/>
              </a:spcAft>
              <a:defRPr>
                <a:solidFill>
                  <a:schemeClr val="tx1"/>
                </a:solidFill>
                <a:latin typeface="Ubuntu" panose="020B0504030602030204" pitchFamily="34" charset="0"/>
              </a:defRPr>
            </a:lvl9pPr>
          </a:lstStyle>
          <a:p>
            <a:pPr eaLnBrk="1" hangingPunct="1">
              <a:spcAft>
                <a:spcPts val="600"/>
              </a:spcAft>
            </a:pPr>
            <a:r>
              <a:rPr lang="en-US" altLang="en-US" sz="700">
                <a:solidFill>
                  <a:schemeClr val="bg1"/>
                </a:solidFill>
                <a:cs typeface="Arial" panose="020B0604020202020204" pitchFamily="34" charset="0"/>
              </a:rPr>
              <a:t>This presentation contains information that may be privileged or confidential and is the property of the Capgemini Group.</a:t>
            </a:r>
          </a:p>
          <a:p>
            <a:pPr eaLnBrk="1" hangingPunct="1">
              <a:spcAft>
                <a:spcPts val="600"/>
              </a:spcAft>
            </a:pPr>
            <a:r>
              <a:rPr lang="en-US" altLang="en-US" sz="700">
                <a:solidFill>
                  <a:schemeClr val="bg1"/>
                </a:solidFill>
                <a:cs typeface="Arial" panose="020B0604020202020204" pitchFamily="34" charset="0"/>
              </a:rPr>
              <a:t>Copyright © 2023 Capgemini. All rights reserved.</a:t>
            </a:r>
          </a:p>
        </p:txBody>
      </p:sp>
      <p:pic>
        <p:nvPicPr>
          <p:cNvPr id="4" name="Picture 2" descr="D:\My Work\Template\Icons\Social Media\LinkedIN.png">
            <a:hlinkClick r:id="rId7"/>
            <a:extLst>
              <a:ext uri="{FF2B5EF4-FFF2-40B4-BE49-F238E27FC236}">
                <a16:creationId xmlns:a16="http://schemas.microsoft.com/office/drawing/2014/main" id="{B03C98D9-6282-6E25-77E5-523881C4B70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09625" y="5327650"/>
            <a:ext cx="3333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descr="D:\My Work\Template\Icons\Social Media\SlideShare.png">
            <a:hlinkClick r:id="rId9"/>
            <a:extLst>
              <a:ext uri="{FF2B5EF4-FFF2-40B4-BE49-F238E27FC236}">
                <a16:creationId xmlns:a16="http://schemas.microsoft.com/office/drawing/2014/main" id="{CD04E870-B18C-37F3-54C1-324271084087}"/>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93800" y="5327650"/>
            <a:ext cx="3333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descr="D:\My Work\Template\Icons\Social Media\Twitter.png">
            <a:hlinkClick r:id="rId11"/>
            <a:extLst>
              <a:ext uri="{FF2B5EF4-FFF2-40B4-BE49-F238E27FC236}">
                <a16:creationId xmlns:a16="http://schemas.microsoft.com/office/drawing/2014/main" id="{3BF8411D-57E9-8CE6-97B5-87F1683D0619}"/>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576388" y="5327650"/>
            <a:ext cx="3333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descr="D:\My Work\Template\Icons\Social Media\YouTube.png">
            <a:hlinkClick r:id="rId13"/>
            <a:extLst>
              <a:ext uri="{FF2B5EF4-FFF2-40B4-BE49-F238E27FC236}">
                <a16:creationId xmlns:a16="http://schemas.microsoft.com/office/drawing/2014/main" id="{1A4378CE-8941-A5DA-7B4B-D0DF2D2DE03A}"/>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960563" y="5327650"/>
            <a:ext cx="3333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7" descr="D:\My Work\Template\Icons\Social Media\Facebook.png">
            <a:hlinkClick r:id="rId15"/>
            <a:extLst>
              <a:ext uri="{FF2B5EF4-FFF2-40B4-BE49-F238E27FC236}">
                <a16:creationId xmlns:a16="http://schemas.microsoft.com/office/drawing/2014/main" id="{18FF368F-A173-BDBA-247C-EF9EE63D9511}"/>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27038" y="5327650"/>
            <a:ext cx="3333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a:extLst>
              <a:ext uri="{FF2B5EF4-FFF2-40B4-BE49-F238E27FC236}">
                <a16:creationId xmlns:a16="http://schemas.microsoft.com/office/drawing/2014/main" id="{C431A4E0-70DB-2E92-43EF-6269A42C9DE8}"/>
              </a:ext>
            </a:extLst>
          </p:cNvPr>
          <p:cNvSpPr/>
          <p:nvPr/>
        </p:nvSpPr>
        <p:spPr>
          <a:xfrm>
            <a:off x="427038" y="1447800"/>
            <a:ext cx="4962525" cy="13065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lstStyle/>
          <a:p>
            <a:pPr algn="just" eaLnBrk="1" fontAlgn="auto" hangingPunct="1">
              <a:spcBef>
                <a:spcPts val="0"/>
              </a:spcBef>
              <a:spcAft>
                <a:spcPts val="0"/>
              </a:spcAft>
              <a:defRPr/>
            </a:pPr>
            <a:r>
              <a:rPr lang="en-IN" sz="900">
                <a:solidFill>
                  <a:schemeClr val="bg1"/>
                </a:solidFill>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360,000 team members in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2022 global revenues of €22 billion.</a:t>
            </a:r>
            <a:r>
              <a:rPr lang="en-US" sz="900">
                <a:solidFill>
                  <a:schemeClr val="bg1"/>
                </a:solidFill>
              </a:rPr>
              <a:t>.</a:t>
            </a:r>
          </a:p>
        </p:txBody>
      </p:sp>
      <p:sp>
        <p:nvSpPr>
          <p:cNvPr id="10" name="Rectangle 9">
            <a:extLst>
              <a:ext uri="{FF2B5EF4-FFF2-40B4-BE49-F238E27FC236}">
                <a16:creationId xmlns:a16="http://schemas.microsoft.com/office/drawing/2014/main" id="{A3BFD5C6-DEE4-9068-C6D9-4C41E725086A}"/>
              </a:ext>
            </a:extLst>
          </p:cNvPr>
          <p:cNvSpPr/>
          <p:nvPr/>
        </p:nvSpPr>
        <p:spPr>
          <a:xfrm>
            <a:off x="427038" y="1074738"/>
            <a:ext cx="2219325"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spAutoFit/>
          </a:bodyPr>
          <a:lstStyle/>
          <a:p>
            <a:pPr eaLnBrk="1" fontAlgn="auto" hangingPunct="1">
              <a:lnSpc>
                <a:spcPts val="2000"/>
              </a:lnSpc>
              <a:spcBef>
                <a:spcPts val="0"/>
              </a:spcBef>
              <a:spcAft>
                <a:spcPts val="0"/>
              </a:spcAft>
              <a:defRPr/>
            </a:pPr>
            <a:r>
              <a:rPr lang="en-US" sz="1400">
                <a:solidFill>
                  <a:schemeClr val="bg1"/>
                </a:solidFill>
              </a:rPr>
              <a:t>About Capgemini</a:t>
            </a:r>
          </a:p>
        </p:txBody>
      </p:sp>
      <p:sp>
        <p:nvSpPr>
          <p:cNvPr id="11" name="Rectangle 17">
            <a:extLst>
              <a:ext uri="{FF2B5EF4-FFF2-40B4-BE49-F238E27FC236}">
                <a16:creationId xmlns:a16="http://schemas.microsoft.com/office/drawing/2014/main" id="{059FCB3E-FA23-A971-C173-CFB0E9FB4DFA}"/>
              </a:ext>
            </a:extLst>
          </p:cNvPr>
          <p:cNvSpPr>
            <a:spLocks noChangeArrowheads="1"/>
          </p:cNvSpPr>
          <p:nvPr>
            <p:custDataLst>
              <p:tags r:id="rId1"/>
            </p:custDataLst>
          </p:nvPr>
        </p:nvSpPr>
        <p:spPr bwMode="auto">
          <a:xfrm>
            <a:off x="6324600" y="1111250"/>
            <a:ext cx="2239963" cy="1030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Ubuntu" panose="020B0504030602030204" pitchFamily="34" charset="0"/>
              </a:defRPr>
            </a:lvl1pPr>
            <a:lvl2pPr marL="742950" indent="-285750">
              <a:defRPr>
                <a:solidFill>
                  <a:schemeClr val="tx1"/>
                </a:solidFill>
                <a:latin typeface="Ubuntu" panose="020B0504030602030204" pitchFamily="34" charset="0"/>
              </a:defRPr>
            </a:lvl2pPr>
            <a:lvl3pPr marL="1143000" indent="-228600">
              <a:defRPr>
                <a:solidFill>
                  <a:schemeClr val="tx1"/>
                </a:solidFill>
                <a:latin typeface="Ubuntu" panose="020B0504030602030204" pitchFamily="34" charset="0"/>
              </a:defRPr>
            </a:lvl3pPr>
            <a:lvl4pPr marL="1600200" indent="-228600">
              <a:defRPr>
                <a:solidFill>
                  <a:schemeClr val="tx1"/>
                </a:solidFill>
                <a:latin typeface="Ubuntu" panose="020B0504030602030204" pitchFamily="34" charset="0"/>
              </a:defRPr>
            </a:lvl4pPr>
            <a:lvl5pPr marL="2057400" indent="-228600">
              <a:defRPr>
                <a:solidFill>
                  <a:schemeClr val="tx1"/>
                </a:solidFill>
                <a:latin typeface="Ubuntu" panose="020B0504030602030204" pitchFamily="34" charset="0"/>
              </a:defRPr>
            </a:lvl5pPr>
            <a:lvl6pPr marL="2514600" indent="-228600" fontAlgn="base">
              <a:spcBef>
                <a:spcPct val="0"/>
              </a:spcBef>
              <a:spcAft>
                <a:spcPct val="0"/>
              </a:spcAft>
              <a:defRPr>
                <a:solidFill>
                  <a:schemeClr val="tx1"/>
                </a:solidFill>
                <a:latin typeface="Ubuntu" panose="020B0504030602030204" pitchFamily="34" charset="0"/>
              </a:defRPr>
            </a:lvl6pPr>
            <a:lvl7pPr marL="2971800" indent="-228600" fontAlgn="base">
              <a:spcBef>
                <a:spcPct val="0"/>
              </a:spcBef>
              <a:spcAft>
                <a:spcPct val="0"/>
              </a:spcAft>
              <a:defRPr>
                <a:solidFill>
                  <a:schemeClr val="tx1"/>
                </a:solidFill>
                <a:latin typeface="Ubuntu" panose="020B0504030602030204" pitchFamily="34" charset="0"/>
              </a:defRPr>
            </a:lvl7pPr>
            <a:lvl8pPr marL="3429000" indent="-228600" fontAlgn="base">
              <a:spcBef>
                <a:spcPct val="0"/>
              </a:spcBef>
              <a:spcAft>
                <a:spcPct val="0"/>
              </a:spcAft>
              <a:defRPr>
                <a:solidFill>
                  <a:schemeClr val="tx1"/>
                </a:solidFill>
                <a:latin typeface="Ubuntu" panose="020B0504030602030204" pitchFamily="34" charset="0"/>
              </a:defRPr>
            </a:lvl8pPr>
            <a:lvl9pPr marL="3886200" indent="-228600" fontAlgn="base">
              <a:spcBef>
                <a:spcPct val="0"/>
              </a:spcBef>
              <a:spcAft>
                <a:spcPct val="0"/>
              </a:spcAft>
              <a:defRPr>
                <a:solidFill>
                  <a:schemeClr val="tx1"/>
                </a:solidFill>
                <a:latin typeface="Ubuntu" panose="020B0504030602030204" pitchFamily="34" charset="0"/>
              </a:defRPr>
            </a:lvl9pPr>
          </a:lstStyle>
          <a:p>
            <a:pPr eaLnBrk="1" hangingPunct="1">
              <a:spcAft>
                <a:spcPts val="600"/>
              </a:spcAft>
            </a:pPr>
            <a:r>
              <a:rPr lang="en-US" altLang="en-US" sz="1200" b="1">
                <a:solidFill>
                  <a:schemeClr val="bg1"/>
                </a:solidFill>
                <a:cs typeface="Arial" panose="020B0604020202020204" pitchFamily="34" charset="0"/>
              </a:rPr>
              <a:t>Name, Last Name</a:t>
            </a:r>
          </a:p>
          <a:p>
            <a:pPr eaLnBrk="1" hangingPunct="1">
              <a:lnSpc>
                <a:spcPts val="1200"/>
              </a:lnSpc>
            </a:pPr>
            <a:r>
              <a:rPr lang="en-US" altLang="en-US" sz="1000">
                <a:solidFill>
                  <a:schemeClr val="bg1"/>
                </a:solidFill>
                <a:cs typeface="Arial" panose="020B0604020202020204" pitchFamily="34" charset="0"/>
              </a:rPr>
              <a:t>Title/Role</a:t>
            </a:r>
          </a:p>
          <a:p>
            <a:pPr eaLnBrk="1" hangingPunct="1">
              <a:lnSpc>
                <a:spcPts val="1200"/>
              </a:lnSpc>
            </a:pPr>
            <a:r>
              <a:rPr lang="en-US" altLang="en-US" sz="1000">
                <a:solidFill>
                  <a:schemeClr val="bg1"/>
                </a:solidFill>
                <a:cs typeface="Arial" panose="020B0604020202020204" pitchFamily="34" charset="0"/>
              </a:rPr>
              <a:t>Capgemini Office (Optional)</a:t>
            </a:r>
          </a:p>
          <a:p>
            <a:pPr eaLnBrk="1" hangingPunct="1">
              <a:lnSpc>
                <a:spcPts val="1200"/>
              </a:lnSpc>
            </a:pPr>
            <a:r>
              <a:rPr lang="en-US" altLang="en-US" sz="1000">
                <a:solidFill>
                  <a:schemeClr val="bg1"/>
                </a:solidFill>
                <a:cs typeface="Arial" panose="020B0604020202020204" pitchFamily="34" charset="0"/>
              </a:rPr>
              <a:t>Address Line 1</a:t>
            </a:r>
          </a:p>
          <a:p>
            <a:pPr eaLnBrk="1" hangingPunct="1">
              <a:lnSpc>
                <a:spcPts val="1200"/>
              </a:lnSpc>
            </a:pPr>
            <a:r>
              <a:rPr lang="en-US" altLang="en-US" sz="1000">
                <a:solidFill>
                  <a:schemeClr val="bg1"/>
                </a:solidFill>
                <a:cs typeface="Arial" panose="020B0604020202020204" pitchFamily="34" charset="0"/>
              </a:rPr>
              <a:t>Address Line 2 </a:t>
            </a:r>
          </a:p>
          <a:p>
            <a:pPr eaLnBrk="1" hangingPunct="1">
              <a:lnSpc>
                <a:spcPts val="1200"/>
              </a:lnSpc>
            </a:pPr>
            <a:r>
              <a:rPr lang="en-US" altLang="en-US" sz="1000">
                <a:solidFill>
                  <a:schemeClr val="bg1"/>
                </a:solidFill>
                <a:cs typeface="Arial" panose="020B0604020202020204" pitchFamily="34" charset="0"/>
              </a:rPr>
              <a:t>Address Line 3</a:t>
            </a:r>
          </a:p>
        </p:txBody>
      </p:sp>
      <p:sp>
        <p:nvSpPr>
          <p:cNvPr id="12" name="Rectangle 18">
            <a:extLst>
              <a:ext uri="{FF2B5EF4-FFF2-40B4-BE49-F238E27FC236}">
                <a16:creationId xmlns:a16="http://schemas.microsoft.com/office/drawing/2014/main" id="{AD8A84D1-849B-B45A-3E01-AF69A246EA1A}"/>
              </a:ext>
            </a:extLst>
          </p:cNvPr>
          <p:cNvSpPr>
            <a:spLocks noChangeArrowheads="1"/>
          </p:cNvSpPr>
          <p:nvPr>
            <p:custDataLst>
              <p:tags r:id="rId2"/>
            </p:custDataLst>
          </p:nvPr>
        </p:nvSpPr>
        <p:spPr bwMode="auto">
          <a:xfrm>
            <a:off x="9499600" y="1111250"/>
            <a:ext cx="2239963" cy="1030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Ubuntu" panose="020B0504030602030204" pitchFamily="34" charset="0"/>
              </a:defRPr>
            </a:lvl1pPr>
            <a:lvl2pPr marL="742950" indent="-285750">
              <a:defRPr>
                <a:solidFill>
                  <a:schemeClr val="tx1"/>
                </a:solidFill>
                <a:latin typeface="Ubuntu" panose="020B0504030602030204" pitchFamily="34" charset="0"/>
              </a:defRPr>
            </a:lvl2pPr>
            <a:lvl3pPr marL="1143000" indent="-228600">
              <a:defRPr>
                <a:solidFill>
                  <a:schemeClr val="tx1"/>
                </a:solidFill>
                <a:latin typeface="Ubuntu" panose="020B0504030602030204" pitchFamily="34" charset="0"/>
              </a:defRPr>
            </a:lvl3pPr>
            <a:lvl4pPr marL="1600200" indent="-228600">
              <a:defRPr>
                <a:solidFill>
                  <a:schemeClr val="tx1"/>
                </a:solidFill>
                <a:latin typeface="Ubuntu" panose="020B0504030602030204" pitchFamily="34" charset="0"/>
              </a:defRPr>
            </a:lvl4pPr>
            <a:lvl5pPr marL="2057400" indent="-228600">
              <a:defRPr>
                <a:solidFill>
                  <a:schemeClr val="tx1"/>
                </a:solidFill>
                <a:latin typeface="Ubuntu" panose="020B0504030602030204" pitchFamily="34" charset="0"/>
              </a:defRPr>
            </a:lvl5pPr>
            <a:lvl6pPr marL="2514600" indent="-228600" fontAlgn="base">
              <a:spcBef>
                <a:spcPct val="0"/>
              </a:spcBef>
              <a:spcAft>
                <a:spcPct val="0"/>
              </a:spcAft>
              <a:defRPr>
                <a:solidFill>
                  <a:schemeClr val="tx1"/>
                </a:solidFill>
                <a:latin typeface="Ubuntu" panose="020B0504030602030204" pitchFamily="34" charset="0"/>
              </a:defRPr>
            </a:lvl6pPr>
            <a:lvl7pPr marL="2971800" indent="-228600" fontAlgn="base">
              <a:spcBef>
                <a:spcPct val="0"/>
              </a:spcBef>
              <a:spcAft>
                <a:spcPct val="0"/>
              </a:spcAft>
              <a:defRPr>
                <a:solidFill>
                  <a:schemeClr val="tx1"/>
                </a:solidFill>
                <a:latin typeface="Ubuntu" panose="020B0504030602030204" pitchFamily="34" charset="0"/>
              </a:defRPr>
            </a:lvl7pPr>
            <a:lvl8pPr marL="3429000" indent="-228600" fontAlgn="base">
              <a:spcBef>
                <a:spcPct val="0"/>
              </a:spcBef>
              <a:spcAft>
                <a:spcPct val="0"/>
              </a:spcAft>
              <a:defRPr>
                <a:solidFill>
                  <a:schemeClr val="tx1"/>
                </a:solidFill>
                <a:latin typeface="Ubuntu" panose="020B0504030602030204" pitchFamily="34" charset="0"/>
              </a:defRPr>
            </a:lvl8pPr>
            <a:lvl9pPr marL="3886200" indent="-228600" fontAlgn="base">
              <a:spcBef>
                <a:spcPct val="0"/>
              </a:spcBef>
              <a:spcAft>
                <a:spcPct val="0"/>
              </a:spcAft>
              <a:defRPr>
                <a:solidFill>
                  <a:schemeClr val="tx1"/>
                </a:solidFill>
                <a:latin typeface="Ubuntu" panose="020B0504030602030204" pitchFamily="34" charset="0"/>
              </a:defRPr>
            </a:lvl9pPr>
          </a:lstStyle>
          <a:p>
            <a:pPr eaLnBrk="1" hangingPunct="1">
              <a:spcAft>
                <a:spcPts val="600"/>
              </a:spcAft>
            </a:pPr>
            <a:r>
              <a:rPr lang="en-US" altLang="en-US" sz="1200" b="1">
                <a:solidFill>
                  <a:schemeClr val="bg1"/>
                </a:solidFill>
                <a:cs typeface="Arial" panose="020B0604020202020204" pitchFamily="34" charset="0"/>
              </a:rPr>
              <a:t>Name, Last Name</a:t>
            </a:r>
          </a:p>
          <a:p>
            <a:pPr eaLnBrk="1" hangingPunct="1">
              <a:lnSpc>
                <a:spcPts val="1200"/>
              </a:lnSpc>
            </a:pPr>
            <a:r>
              <a:rPr lang="en-US" altLang="en-US" sz="1000">
                <a:solidFill>
                  <a:schemeClr val="bg1"/>
                </a:solidFill>
                <a:cs typeface="Arial" panose="020B0604020202020204" pitchFamily="34" charset="0"/>
              </a:rPr>
              <a:t>Title/Role</a:t>
            </a:r>
          </a:p>
          <a:p>
            <a:pPr eaLnBrk="1" hangingPunct="1">
              <a:lnSpc>
                <a:spcPts val="1200"/>
              </a:lnSpc>
            </a:pPr>
            <a:r>
              <a:rPr lang="en-US" altLang="en-US" sz="1000">
                <a:solidFill>
                  <a:schemeClr val="bg1"/>
                </a:solidFill>
                <a:cs typeface="Arial" panose="020B0604020202020204" pitchFamily="34" charset="0"/>
              </a:rPr>
              <a:t>Capgemini Office (Optional)</a:t>
            </a:r>
          </a:p>
          <a:p>
            <a:pPr eaLnBrk="1" hangingPunct="1">
              <a:lnSpc>
                <a:spcPts val="1200"/>
              </a:lnSpc>
            </a:pPr>
            <a:r>
              <a:rPr lang="en-US" altLang="en-US" sz="1000">
                <a:solidFill>
                  <a:schemeClr val="bg1"/>
                </a:solidFill>
                <a:cs typeface="Arial" panose="020B0604020202020204" pitchFamily="34" charset="0"/>
              </a:rPr>
              <a:t>Address Line 1</a:t>
            </a:r>
          </a:p>
          <a:p>
            <a:pPr eaLnBrk="1" hangingPunct="1">
              <a:lnSpc>
                <a:spcPts val="1200"/>
              </a:lnSpc>
            </a:pPr>
            <a:r>
              <a:rPr lang="en-US" altLang="en-US" sz="1000">
                <a:solidFill>
                  <a:schemeClr val="bg1"/>
                </a:solidFill>
                <a:cs typeface="Arial" panose="020B0604020202020204" pitchFamily="34" charset="0"/>
              </a:rPr>
              <a:t>Address Line 2 </a:t>
            </a:r>
          </a:p>
          <a:p>
            <a:pPr eaLnBrk="1" hangingPunct="1">
              <a:lnSpc>
                <a:spcPts val="1200"/>
              </a:lnSpc>
            </a:pPr>
            <a:r>
              <a:rPr lang="en-US" altLang="en-US" sz="1000">
                <a:solidFill>
                  <a:schemeClr val="bg1"/>
                </a:solidFill>
                <a:cs typeface="Arial" panose="020B0604020202020204" pitchFamily="34" charset="0"/>
              </a:rPr>
              <a:t>Address Line 3</a:t>
            </a:r>
          </a:p>
        </p:txBody>
      </p:sp>
      <p:sp>
        <p:nvSpPr>
          <p:cNvPr id="13" name="Rectangle 19">
            <a:extLst>
              <a:ext uri="{FF2B5EF4-FFF2-40B4-BE49-F238E27FC236}">
                <a16:creationId xmlns:a16="http://schemas.microsoft.com/office/drawing/2014/main" id="{01D0096F-AC0E-38EA-FF3F-A00CB232FAE8}"/>
              </a:ext>
            </a:extLst>
          </p:cNvPr>
          <p:cNvSpPr>
            <a:spLocks noChangeArrowheads="1"/>
          </p:cNvSpPr>
          <p:nvPr>
            <p:custDataLst>
              <p:tags r:id="rId3"/>
            </p:custDataLst>
          </p:nvPr>
        </p:nvSpPr>
        <p:spPr bwMode="auto">
          <a:xfrm>
            <a:off x="6324600" y="2398713"/>
            <a:ext cx="2239963" cy="1030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Ubuntu" panose="020B0504030602030204" pitchFamily="34" charset="0"/>
              </a:defRPr>
            </a:lvl1pPr>
            <a:lvl2pPr marL="742950" indent="-285750">
              <a:defRPr>
                <a:solidFill>
                  <a:schemeClr val="tx1"/>
                </a:solidFill>
                <a:latin typeface="Ubuntu" panose="020B0504030602030204" pitchFamily="34" charset="0"/>
              </a:defRPr>
            </a:lvl2pPr>
            <a:lvl3pPr marL="1143000" indent="-228600">
              <a:defRPr>
                <a:solidFill>
                  <a:schemeClr val="tx1"/>
                </a:solidFill>
                <a:latin typeface="Ubuntu" panose="020B0504030602030204" pitchFamily="34" charset="0"/>
              </a:defRPr>
            </a:lvl3pPr>
            <a:lvl4pPr marL="1600200" indent="-228600">
              <a:defRPr>
                <a:solidFill>
                  <a:schemeClr val="tx1"/>
                </a:solidFill>
                <a:latin typeface="Ubuntu" panose="020B0504030602030204" pitchFamily="34" charset="0"/>
              </a:defRPr>
            </a:lvl4pPr>
            <a:lvl5pPr marL="2057400" indent="-228600">
              <a:defRPr>
                <a:solidFill>
                  <a:schemeClr val="tx1"/>
                </a:solidFill>
                <a:latin typeface="Ubuntu" panose="020B0504030602030204" pitchFamily="34" charset="0"/>
              </a:defRPr>
            </a:lvl5pPr>
            <a:lvl6pPr marL="2514600" indent="-228600" fontAlgn="base">
              <a:spcBef>
                <a:spcPct val="0"/>
              </a:spcBef>
              <a:spcAft>
                <a:spcPct val="0"/>
              </a:spcAft>
              <a:defRPr>
                <a:solidFill>
                  <a:schemeClr val="tx1"/>
                </a:solidFill>
                <a:latin typeface="Ubuntu" panose="020B0504030602030204" pitchFamily="34" charset="0"/>
              </a:defRPr>
            </a:lvl6pPr>
            <a:lvl7pPr marL="2971800" indent="-228600" fontAlgn="base">
              <a:spcBef>
                <a:spcPct val="0"/>
              </a:spcBef>
              <a:spcAft>
                <a:spcPct val="0"/>
              </a:spcAft>
              <a:defRPr>
                <a:solidFill>
                  <a:schemeClr val="tx1"/>
                </a:solidFill>
                <a:latin typeface="Ubuntu" panose="020B0504030602030204" pitchFamily="34" charset="0"/>
              </a:defRPr>
            </a:lvl7pPr>
            <a:lvl8pPr marL="3429000" indent="-228600" fontAlgn="base">
              <a:spcBef>
                <a:spcPct val="0"/>
              </a:spcBef>
              <a:spcAft>
                <a:spcPct val="0"/>
              </a:spcAft>
              <a:defRPr>
                <a:solidFill>
                  <a:schemeClr val="tx1"/>
                </a:solidFill>
                <a:latin typeface="Ubuntu" panose="020B0504030602030204" pitchFamily="34" charset="0"/>
              </a:defRPr>
            </a:lvl8pPr>
            <a:lvl9pPr marL="3886200" indent="-228600" fontAlgn="base">
              <a:spcBef>
                <a:spcPct val="0"/>
              </a:spcBef>
              <a:spcAft>
                <a:spcPct val="0"/>
              </a:spcAft>
              <a:defRPr>
                <a:solidFill>
                  <a:schemeClr val="tx1"/>
                </a:solidFill>
                <a:latin typeface="Ubuntu" panose="020B0504030602030204" pitchFamily="34" charset="0"/>
              </a:defRPr>
            </a:lvl9pPr>
          </a:lstStyle>
          <a:p>
            <a:pPr eaLnBrk="1" hangingPunct="1">
              <a:spcAft>
                <a:spcPts val="600"/>
              </a:spcAft>
            </a:pPr>
            <a:r>
              <a:rPr lang="en-US" altLang="en-US" sz="1200" b="1">
                <a:solidFill>
                  <a:schemeClr val="bg1"/>
                </a:solidFill>
                <a:cs typeface="Arial" panose="020B0604020202020204" pitchFamily="34" charset="0"/>
              </a:rPr>
              <a:t>Name, Last Name</a:t>
            </a:r>
          </a:p>
          <a:p>
            <a:pPr eaLnBrk="1" hangingPunct="1">
              <a:lnSpc>
                <a:spcPts val="1200"/>
              </a:lnSpc>
            </a:pPr>
            <a:r>
              <a:rPr lang="en-US" altLang="en-US" sz="1000">
                <a:solidFill>
                  <a:schemeClr val="bg1"/>
                </a:solidFill>
                <a:cs typeface="Arial" panose="020B0604020202020204" pitchFamily="34" charset="0"/>
              </a:rPr>
              <a:t>Title/Role</a:t>
            </a:r>
          </a:p>
          <a:p>
            <a:pPr eaLnBrk="1" hangingPunct="1">
              <a:lnSpc>
                <a:spcPts val="1200"/>
              </a:lnSpc>
            </a:pPr>
            <a:r>
              <a:rPr lang="en-US" altLang="en-US" sz="1000">
                <a:solidFill>
                  <a:schemeClr val="bg1"/>
                </a:solidFill>
                <a:cs typeface="Arial" panose="020B0604020202020204" pitchFamily="34" charset="0"/>
              </a:rPr>
              <a:t>Capgemini Office (Optional)</a:t>
            </a:r>
          </a:p>
          <a:p>
            <a:pPr eaLnBrk="1" hangingPunct="1">
              <a:lnSpc>
                <a:spcPts val="1200"/>
              </a:lnSpc>
            </a:pPr>
            <a:r>
              <a:rPr lang="en-US" altLang="en-US" sz="1000">
                <a:solidFill>
                  <a:schemeClr val="bg1"/>
                </a:solidFill>
                <a:cs typeface="Arial" panose="020B0604020202020204" pitchFamily="34" charset="0"/>
              </a:rPr>
              <a:t>Address Line 1</a:t>
            </a:r>
          </a:p>
          <a:p>
            <a:pPr eaLnBrk="1" hangingPunct="1">
              <a:lnSpc>
                <a:spcPts val="1200"/>
              </a:lnSpc>
            </a:pPr>
            <a:r>
              <a:rPr lang="en-US" altLang="en-US" sz="1000">
                <a:solidFill>
                  <a:schemeClr val="bg1"/>
                </a:solidFill>
                <a:cs typeface="Arial" panose="020B0604020202020204" pitchFamily="34" charset="0"/>
              </a:rPr>
              <a:t>Address Line 2 </a:t>
            </a:r>
          </a:p>
          <a:p>
            <a:pPr eaLnBrk="1" hangingPunct="1">
              <a:lnSpc>
                <a:spcPts val="1200"/>
              </a:lnSpc>
            </a:pPr>
            <a:r>
              <a:rPr lang="en-US" altLang="en-US" sz="1000">
                <a:solidFill>
                  <a:schemeClr val="bg1"/>
                </a:solidFill>
                <a:cs typeface="Arial" panose="020B0604020202020204" pitchFamily="34" charset="0"/>
              </a:rPr>
              <a:t>Address Line 3</a:t>
            </a:r>
          </a:p>
        </p:txBody>
      </p:sp>
      <p:sp>
        <p:nvSpPr>
          <p:cNvPr id="14" name="Rectangle 21">
            <a:extLst>
              <a:ext uri="{FF2B5EF4-FFF2-40B4-BE49-F238E27FC236}">
                <a16:creationId xmlns:a16="http://schemas.microsoft.com/office/drawing/2014/main" id="{6EBF2F99-63BC-25B3-4612-85AC77E4C776}"/>
              </a:ext>
            </a:extLst>
          </p:cNvPr>
          <p:cNvSpPr>
            <a:spLocks noChangeArrowheads="1"/>
          </p:cNvSpPr>
          <p:nvPr>
            <p:custDataLst>
              <p:tags r:id="rId4"/>
            </p:custDataLst>
          </p:nvPr>
        </p:nvSpPr>
        <p:spPr bwMode="auto">
          <a:xfrm>
            <a:off x="9499600" y="2398713"/>
            <a:ext cx="2239963" cy="1030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Ubuntu" panose="020B0504030602030204" pitchFamily="34" charset="0"/>
              </a:defRPr>
            </a:lvl1pPr>
            <a:lvl2pPr marL="742950" indent="-285750">
              <a:defRPr>
                <a:solidFill>
                  <a:schemeClr val="tx1"/>
                </a:solidFill>
                <a:latin typeface="Ubuntu" panose="020B0504030602030204" pitchFamily="34" charset="0"/>
              </a:defRPr>
            </a:lvl2pPr>
            <a:lvl3pPr marL="1143000" indent="-228600">
              <a:defRPr>
                <a:solidFill>
                  <a:schemeClr val="tx1"/>
                </a:solidFill>
                <a:latin typeface="Ubuntu" panose="020B0504030602030204" pitchFamily="34" charset="0"/>
              </a:defRPr>
            </a:lvl3pPr>
            <a:lvl4pPr marL="1600200" indent="-228600">
              <a:defRPr>
                <a:solidFill>
                  <a:schemeClr val="tx1"/>
                </a:solidFill>
                <a:latin typeface="Ubuntu" panose="020B0504030602030204" pitchFamily="34" charset="0"/>
              </a:defRPr>
            </a:lvl4pPr>
            <a:lvl5pPr marL="2057400" indent="-228600">
              <a:defRPr>
                <a:solidFill>
                  <a:schemeClr val="tx1"/>
                </a:solidFill>
                <a:latin typeface="Ubuntu" panose="020B0504030602030204" pitchFamily="34" charset="0"/>
              </a:defRPr>
            </a:lvl5pPr>
            <a:lvl6pPr marL="2514600" indent="-228600" fontAlgn="base">
              <a:spcBef>
                <a:spcPct val="0"/>
              </a:spcBef>
              <a:spcAft>
                <a:spcPct val="0"/>
              </a:spcAft>
              <a:defRPr>
                <a:solidFill>
                  <a:schemeClr val="tx1"/>
                </a:solidFill>
                <a:latin typeface="Ubuntu" panose="020B0504030602030204" pitchFamily="34" charset="0"/>
              </a:defRPr>
            </a:lvl6pPr>
            <a:lvl7pPr marL="2971800" indent="-228600" fontAlgn="base">
              <a:spcBef>
                <a:spcPct val="0"/>
              </a:spcBef>
              <a:spcAft>
                <a:spcPct val="0"/>
              </a:spcAft>
              <a:defRPr>
                <a:solidFill>
                  <a:schemeClr val="tx1"/>
                </a:solidFill>
                <a:latin typeface="Ubuntu" panose="020B0504030602030204" pitchFamily="34" charset="0"/>
              </a:defRPr>
            </a:lvl7pPr>
            <a:lvl8pPr marL="3429000" indent="-228600" fontAlgn="base">
              <a:spcBef>
                <a:spcPct val="0"/>
              </a:spcBef>
              <a:spcAft>
                <a:spcPct val="0"/>
              </a:spcAft>
              <a:defRPr>
                <a:solidFill>
                  <a:schemeClr val="tx1"/>
                </a:solidFill>
                <a:latin typeface="Ubuntu" panose="020B0504030602030204" pitchFamily="34" charset="0"/>
              </a:defRPr>
            </a:lvl8pPr>
            <a:lvl9pPr marL="3886200" indent="-228600" fontAlgn="base">
              <a:spcBef>
                <a:spcPct val="0"/>
              </a:spcBef>
              <a:spcAft>
                <a:spcPct val="0"/>
              </a:spcAft>
              <a:defRPr>
                <a:solidFill>
                  <a:schemeClr val="tx1"/>
                </a:solidFill>
                <a:latin typeface="Ubuntu" panose="020B0504030602030204" pitchFamily="34" charset="0"/>
              </a:defRPr>
            </a:lvl9pPr>
          </a:lstStyle>
          <a:p>
            <a:pPr eaLnBrk="1" hangingPunct="1">
              <a:spcAft>
                <a:spcPts val="600"/>
              </a:spcAft>
            </a:pPr>
            <a:r>
              <a:rPr lang="en-US" altLang="en-US" sz="1200" b="1">
                <a:solidFill>
                  <a:schemeClr val="bg1"/>
                </a:solidFill>
                <a:cs typeface="Arial" panose="020B0604020202020204" pitchFamily="34" charset="0"/>
              </a:rPr>
              <a:t>Name, Last Name</a:t>
            </a:r>
          </a:p>
          <a:p>
            <a:pPr eaLnBrk="1" hangingPunct="1">
              <a:lnSpc>
                <a:spcPts val="1200"/>
              </a:lnSpc>
            </a:pPr>
            <a:r>
              <a:rPr lang="en-US" altLang="en-US" sz="1000">
                <a:solidFill>
                  <a:schemeClr val="bg1"/>
                </a:solidFill>
                <a:cs typeface="Arial" panose="020B0604020202020204" pitchFamily="34" charset="0"/>
              </a:rPr>
              <a:t>Title/Role</a:t>
            </a:r>
          </a:p>
          <a:p>
            <a:pPr eaLnBrk="1" hangingPunct="1">
              <a:lnSpc>
                <a:spcPts val="1200"/>
              </a:lnSpc>
            </a:pPr>
            <a:r>
              <a:rPr lang="en-US" altLang="en-US" sz="1000">
                <a:solidFill>
                  <a:schemeClr val="bg1"/>
                </a:solidFill>
                <a:cs typeface="Arial" panose="020B0604020202020204" pitchFamily="34" charset="0"/>
              </a:rPr>
              <a:t>Capgemini Office (Optional)</a:t>
            </a:r>
          </a:p>
          <a:p>
            <a:pPr eaLnBrk="1" hangingPunct="1">
              <a:lnSpc>
                <a:spcPts val="1200"/>
              </a:lnSpc>
            </a:pPr>
            <a:r>
              <a:rPr lang="en-US" altLang="en-US" sz="1000">
                <a:solidFill>
                  <a:schemeClr val="bg1"/>
                </a:solidFill>
                <a:cs typeface="Arial" panose="020B0604020202020204" pitchFamily="34" charset="0"/>
              </a:rPr>
              <a:t>Address Line 1</a:t>
            </a:r>
          </a:p>
          <a:p>
            <a:pPr eaLnBrk="1" hangingPunct="1">
              <a:lnSpc>
                <a:spcPts val="1200"/>
              </a:lnSpc>
            </a:pPr>
            <a:r>
              <a:rPr lang="en-US" altLang="en-US" sz="1000">
                <a:solidFill>
                  <a:schemeClr val="bg1"/>
                </a:solidFill>
                <a:cs typeface="Arial" panose="020B0604020202020204" pitchFamily="34" charset="0"/>
              </a:rPr>
              <a:t>Address Line 2 </a:t>
            </a:r>
          </a:p>
          <a:p>
            <a:pPr eaLnBrk="1" hangingPunct="1">
              <a:lnSpc>
                <a:spcPts val="1200"/>
              </a:lnSpc>
            </a:pPr>
            <a:r>
              <a:rPr lang="en-US" altLang="en-US" sz="1000">
                <a:solidFill>
                  <a:schemeClr val="bg1"/>
                </a:solidFill>
                <a:cs typeface="Arial" panose="020B0604020202020204" pitchFamily="34" charset="0"/>
              </a:rPr>
              <a:t>Address Line 3</a:t>
            </a:r>
          </a:p>
        </p:txBody>
      </p:sp>
      <p:cxnSp>
        <p:nvCxnSpPr>
          <p:cNvPr id="15" name="Straight Connector 14">
            <a:extLst>
              <a:ext uri="{FF2B5EF4-FFF2-40B4-BE49-F238E27FC236}">
                <a16:creationId xmlns:a16="http://schemas.microsoft.com/office/drawing/2014/main" id="{24256358-EC70-B0E8-8470-580ACDBEE570}"/>
              </a:ext>
            </a:extLst>
          </p:cNvPr>
          <p:cNvCxnSpPr/>
          <p:nvPr/>
        </p:nvCxnSpPr>
        <p:spPr>
          <a:xfrm flipV="1">
            <a:off x="6096000" y="1114425"/>
            <a:ext cx="0" cy="2276475"/>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95B50FF6-FFF9-7A78-F7A0-CF7F1EAF5CB4}"/>
              </a:ext>
            </a:extLst>
          </p:cNvPr>
          <p:cNvSpPr/>
          <p:nvPr/>
        </p:nvSpPr>
        <p:spPr>
          <a:xfrm>
            <a:off x="427038" y="2805113"/>
            <a:ext cx="4344987" cy="4079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lstStyle/>
          <a:p>
            <a:pPr eaLnBrk="1" fontAlgn="auto" hangingPunct="1">
              <a:lnSpc>
                <a:spcPts val="1200"/>
              </a:lnSpc>
              <a:spcBef>
                <a:spcPts val="0"/>
              </a:spcBef>
              <a:spcAft>
                <a:spcPts val="0"/>
              </a:spcAft>
              <a:defRPr/>
            </a:pPr>
            <a:r>
              <a:rPr lang="en-GB" sz="900">
                <a:solidFill>
                  <a:schemeClr val="bg1"/>
                </a:solidFill>
              </a:rPr>
              <a:t>Get the Future You Want </a:t>
            </a:r>
            <a:r>
              <a:rPr lang="en-US" sz="900">
                <a:solidFill>
                  <a:schemeClr val="bg1"/>
                </a:solidFill>
              </a:rPr>
              <a:t>|</a:t>
            </a:r>
            <a:r>
              <a:rPr lang="en-GB" sz="900">
                <a:solidFill>
                  <a:schemeClr val="bg1"/>
                </a:solidFill>
              </a:rPr>
              <a:t> </a:t>
            </a:r>
            <a:r>
              <a:rPr lang="en-US" sz="1050">
                <a:solidFill>
                  <a:schemeClr val="accent2"/>
                </a:solidFill>
              </a:rPr>
              <a:t>www.capgemini.com</a:t>
            </a:r>
          </a:p>
        </p:txBody>
      </p:sp>
      <p:pic>
        <p:nvPicPr>
          <p:cNvPr id="17" name="Image 23" descr="Une image contenant texte&#10;&#10;Description générée automatiquement">
            <a:extLst>
              <a:ext uri="{FF2B5EF4-FFF2-40B4-BE49-F238E27FC236}">
                <a16:creationId xmlns:a16="http://schemas.microsoft.com/office/drawing/2014/main" id="{C0F53388-915D-DE21-9FBC-EF45ABF12282}"/>
              </a:ext>
            </a:extLst>
          </p:cNvPr>
          <p:cNvPicPr>
            <a:picLocks noChangeAspect="1" noChangeArrowheads="1"/>
          </p:cNvPicPr>
          <p:nvPr userDrawn="1"/>
        </p:nvPicPr>
        <p:blipFill>
          <a:blip r:embed="rId17">
            <a:extLst>
              <a:ext uri="{28A0092B-C50C-407E-A947-70E740481C1C}">
                <a14:useLocalDpi xmlns:a14="http://schemas.microsoft.com/office/drawing/2010/main" val="0"/>
              </a:ext>
            </a:extLst>
          </a:blip>
          <a:srcRect/>
          <a:stretch>
            <a:fillRect/>
          </a:stretch>
        </p:blipFill>
        <p:spPr bwMode="auto">
          <a:xfrm>
            <a:off x="8764588" y="5376863"/>
            <a:ext cx="3024187" cy="1225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0333858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Image 2" descr="Une image contenant texte&#10;&#10;Description générée automatiquement">
            <a:extLst>
              <a:ext uri="{FF2B5EF4-FFF2-40B4-BE49-F238E27FC236}">
                <a16:creationId xmlns:a16="http://schemas.microsoft.com/office/drawing/2014/main" id="{4DF6B7E3-9385-486A-9E72-0D561900C7FA}"/>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2750994679"/>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userDrawn="1">
  <p:cSld name="Two Content">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1101AE9D-801E-2142-8AF1-BF93907FA561}"/>
              </a:ext>
            </a:extLst>
          </p:cNvPr>
          <p:cNvSpPr/>
          <p:nvPr userDrawn="1"/>
        </p:nvSpPr>
        <p:spPr>
          <a:xfrm flipH="1">
            <a:off x="9480550" y="0"/>
            <a:ext cx="271145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L" sz="1600"/>
          </a:p>
        </p:txBody>
      </p:sp>
      <p:sp>
        <p:nvSpPr>
          <p:cNvPr id="16" name="bg object 16"/>
          <p:cNvSpPr/>
          <p:nvPr/>
        </p:nvSpPr>
        <p:spPr>
          <a:xfrm>
            <a:off x="11691617" y="375017"/>
            <a:ext cx="275725" cy="224493"/>
          </a:xfrm>
          <a:custGeom>
            <a:avLst/>
            <a:gdLst/>
            <a:ahLst/>
            <a:cxnLst/>
            <a:rect l="l" t="t" r="r" b="b"/>
            <a:pathLst>
              <a:path w="454659" h="370205">
                <a:moveTo>
                  <a:pt x="340911" y="0"/>
                </a:moveTo>
                <a:lnTo>
                  <a:pt x="300552" y="8264"/>
                </a:lnTo>
                <a:lnTo>
                  <a:pt x="266559" y="30776"/>
                </a:lnTo>
                <a:lnTo>
                  <a:pt x="236853" y="64113"/>
                </a:lnTo>
                <a:lnTo>
                  <a:pt x="209357" y="104854"/>
                </a:lnTo>
                <a:lnTo>
                  <a:pt x="181992" y="149577"/>
                </a:lnTo>
                <a:lnTo>
                  <a:pt x="152681" y="194859"/>
                </a:lnTo>
                <a:lnTo>
                  <a:pt x="119347" y="237280"/>
                </a:lnTo>
                <a:lnTo>
                  <a:pt x="106630" y="275396"/>
                </a:lnTo>
                <a:lnTo>
                  <a:pt x="80578" y="308252"/>
                </a:lnTo>
                <a:lnTo>
                  <a:pt x="44074" y="332681"/>
                </a:lnTo>
                <a:lnTo>
                  <a:pt x="0" y="345518"/>
                </a:lnTo>
                <a:lnTo>
                  <a:pt x="14821" y="356123"/>
                </a:lnTo>
                <a:lnTo>
                  <a:pt x="35525" y="363846"/>
                </a:lnTo>
                <a:lnTo>
                  <a:pt x="60983" y="368566"/>
                </a:lnTo>
                <a:lnTo>
                  <a:pt x="90070" y="370166"/>
                </a:lnTo>
                <a:lnTo>
                  <a:pt x="136139" y="367464"/>
                </a:lnTo>
                <a:lnTo>
                  <a:pt x="183165" y="359303"/>
                </a:lnTo>
                <a:lnTo>
                  <a:pt x="228328" y="345597"/>
                </a:lnTo>
                <a:lnTo>
                  <a:pt x="268811" y="326263"/>
                </a:lnTo>
                <a:lnTo>
                  <a:pt x="301791" y="301215"/>
                </a:lnTo>
                <a:lnTo>
                  <a:pt x="259023" y="294491"/>
                </a:lnTo>
                <a:lnTo>
                  <a:pt x="225991" y="274706"/>
                </a:lnTo>
                <a:lnTo>
                  <a:pt x="204015" y="244260"/>
                </a:lnTo>
                <a:lnTo>
                  <a:pt x="194412" y="205553"/>
                </a:lnTo>
                <a:lnTo>
                  <a:pt x="218219" y="229316"/>
                </a:lnTo>
                <a:lnTo>
                  <a:pt x="243698" y="245332"/>
                </a:lnTo>
                <a:lnTo>
                  <a:pt x="271035" y="254375"/>
                </a:lnTo>
                <a:lnTo>
                  <a:pt x="300420" y="257217"/>
                </a:lnTo>
                <a:lnTo>
                  <a:pt x="349423" y="249243"/>
                </a:lnTo>
                <a:lnTo>
                  <a:pt x="391507" y="227154"/>
                </a:lnTo>
                <a:lnTo>
                  <a:pt x="424455" y="193697"/>
                </a:lnTo>
                <a:lnTo>
                  <a:pt x="446048" y="151617"/>
                </a:lnTo>
                <a:lnTo>
                  <a:pt x="454069" y="103661"/>
                </a:lnTo>
                <a:lnTo>
                  <a:pt x="447136" y="72118"/>
                </a:lnTo>
                <a:lnTo>
                  <a:pt x="430650" y="38189"/>
                </a:lnTo>
                <a:lnTo>
                  <a:pt x="397584" y="11081"/>
                </a:lnTo>
                <a:lnTo>
                  <a:pt x="340911" y="0"/>
                </a:lnTo>
                <a:close/>
              </a:path>
            </a:pathLst>
          </a:custGeom>
          <a:solidFill>
            <a:srgbClr val="12ABDB"/>
          </a:solidFill>
        </p:spPr>
        <p:txBody>
          <a:bodyPr wrap="square" lIns="0" tIns="0" rIns="0" bIns="0" rtlCol="0"/>
          <a:lstStyle/>
          <a:p>
            <a:endParaRPr sz="1092"/>
          </a:p>
        </p:txBody>
      </p:sp>
      <p:sp>
        <p:nvSpPr>
          <p:cNvPr id="17" name="bg object 17"/>
          <p:cNvSpPr/>
          <p:nvPr/>
        </p:nvSpPr>
        <p:spPr>
          <a:xfrm>
            <a:off x="11548667" y="212720"/>
            <a:ext cx="418595" cy="352719"/>
          </a:xfrm>
          <a:custGeom>
            <a:avLst/>
            <a:gdLst/>
            <a:ahLst/>
            <a:cxnLst/>
            <a:rect l="l" t="t" r="r" b="b"/>
            <a:pathLst>
              <a:path w="690244" h="581660">
                <a:moveTo>
                  <a:pt x="369182" y="0"/>
                </a:moveTo>
                <a:lnTo>
                  <a:pt x="344515" y="24326"/>
                </a:lnTo>
                <a:lnTo>
                  <a:pt x="313091" y="48177"/>
                </a:lnTo>
                <a:lnTo>
                  <a:pt x="276582" y="72084"/>
                </a:lnTo>
                <a:lnTo>
                  <a:pt x="195116" y="122271"/>
                </a:lnTo>
                <a:lnTo>
                  <a:pt x="153563" y="149655"/>
                </a:lnTo>
                <a:lnTo>
                  <a:pt x="113733" y="179301"/>
                </a:lnTo>
                <a:lnTo>
                  <a:pt x="77328" y="211762"/>
                </a:lnTo>
                <a:lnTo>
                  <a:pt x="46050" y="247589"/>
                </a:lnTo>
                <a:lnTo>
                  <a:pt x="21601" y="287334"/>
                </a:lnTo>
                <a:lnTo>
                  <a:pt x="5684" y="331548"/>
                </a:lnTo>
                <a:lnTo>
                  <a:pt x="0" y="380784"/>
                </a:lnTo>
                <a:lnTo>
                  <a:pt x="5939" y="428575"/>
                </a:lnTo>
                <a:lnTo>
                  <a:pt x="22884" y="473159"/>
                </a:lnTo>
                <a:lnTo>
                  <a:pt x="49524" y="512614"/>
                </a:lnTo>
                <a:lnTo>
                  <a:pt x="84548" y="545013"/>
                </a:lnTo>
                <a:lnTo>
                  <a:pt x="126645" y="568432"/>
                </a:lnTo>
                <a:lnTo>
                  <a:pt x="192127" y="581491"/>
                </a:lnTo>
                <a:lnTo>
                  <a:pt x="224897" y="579248"/>
                </a:lnTo>
                <a:lnTo>
                  <a:pt x="285544" y="559562"/>
                </a:lnTo>
                <a:lnTo>
                  <a:pt x="334091" y="525874"/>
                </a:lnTo>
                <a:lnTo>
                  <a:pt x="388395" y="462499"/>
                </a:lnTo>
                <a:lnTo>
                  <a:pt x="417709" y="417217"/>
                </a:lnTo>
                <a:lnTo>
                  <a:pt x="445075" y="372494"/>
                </a:lnTo>
                <a:lnTo>
                  <a:pt x="472573" y="331752"/>
                </a:lnTo>
                <a:lnTo>
                  <a:pt x="502279" y="298413"/>
                </a:lnTo>
                <a:lnTo>
                  <a:pt x="536273" y="275900"/>
                </a:lnTo>
                <a:lnTo>
                  <a:pt x="576631" y="267635"/>
                </a:lnTo>
                <a:lnTo>
                  <a:pt x="633303" y="278717"/>
                </a:lnTo>
                <a:lnTo>
                  <a:pt x="666367" y="305825"/>
                </a:lnTo>
                <a:lnTo>
                  <a:pt x="682852" y="339754"/>
                </a:lnTo>
                <a:lnTo>
                  <a:pt x="689790" y="371192"/>
                </a:lnTo>
                <a:lnTo>
                  <a:pt x="689633" y="365182"/>
                </a:lnTo>
                <a:lnTo>
                  <a:pt x="685100" y="318047"/>
                </a:lnTo>
                <a:lnTo>
                  <a:pt x="673735" y="273463"/>
                </a:lnTo>
                <a:lnTo>
                  <a:pt x="656075" y="231470"/>
                </a:lnTo>
                <a:lnTo>
                  <a:pt x="632657" y="192110"/>
                </a:lnTo>
                <a:lnTo>
                  <a:pt x="604017" y="155423"/>
                </a:lnTo>
                <a:lnTo>
                  <a:pt x="570694" y="121451"/>
                </a:lnTo>
                <a:lnTo>
                  <a:pt x="528444" y="86681"/>
                </a:lnTo>
                <a:lnTo>
                  <a:pt x="483053" y="56127"/>
                </a:lnTo>
                <a:lnTo>
                  <a:pt x="435180" y="29530"/>
                </a:lnTo>
                <a:lnTo>
                  <a:pt x="385485" y="6628"/>
                </a:lnTo>
                <a:lnTo>
                  <a:pt x="369182" y="0"/>
                </a:lnTo>
                <a:close/>
              </a:path>
            </a:pathLst>
          </a:custGeom>
          <a:solidFill>
            <a:srgbClr val="0070AD"/>
          </a:solidFill>
        </p:spPr>
        <p:txBody>
          <a:bodyPr wrap="square" lIns="0" tIns="0" rIns="0" bIns="0" rtlCol="0"/>
          <a:lstStyle/>
          <a:p>
            <a:endParaRPr sz="1092"/>
          </a:p>
        </p:txBody>
      </p:sp>
      <p:sp>
        <p:nvSpPr>
          <p:cNvPr id="26" name="Text Placeholder 25">
            <a:extLst>
              <a:ext uri="{FF2B5EF4-FFF2-40B4-BE49-F238E27FC236}">
                <a16:creationId xmlns:a16="http://schemas.microsoft.com/office/drawing/2014/main" id="{F3BA43F2-680F-A443-AA9D-94B887275913}"/>
              </a:ext>
            </a:extLst>
          </p:cNvPr>
          <p:cNvSpPr>
            <a:spLocks noGrp="1"/>
          </p:cNvSpPr>
          <p:nvPr>
            <p:ph type="body" sz="quarter" idx="10" hasCustomPrompt="1"/>
          </p:nvPr>
        </p:nvSpPr>
        <p:spPr>
          <a:xfrm>
            <a:off x="393038" y="778052"/>
            <a:ext cx="3074987" cy="194301"/>
          </a:xfrm>
        </p:spPr>
        <p:txBody>
          <a:bodyPr>
            <a:normAutofit/>
          </a:bodyPr>
          <a:lstStyle>
            <a:lvl1pPr>
              <a:defRPr sz="1200"/>
            </a:lvl1pPr>
          </a:lstStyle>
          <a:p>
            <a:pPr lvl="0"/>
            <a:r>
              <a:rPr lang="en-GB"/>
              <a:t>CLICK TO EDIT</a:t>
            </a:r>
            <a:endParaRPr lang="en-PL"/>
          </a:p>
        </p:txBody>
      </p:sp>
      <p:sp>
        <p:nvSpPr>
          <p:cNvPr id="30" name="Text Placeholder 27">
            <a:extLst>
              <a:ext uri="{FF2B5EF4-FFF2-40B4-BE49-F238E27FC236}">
                <a16:creationId xmlns:a16="http://schemas.microsoft.com/office/drawing/2014/main" id="{48D6BDC6-DCC0-804F-848D-3F1511944ABF}"/>
              </a:ext>
            </a:extLst>
          </p:cNvPr>
          <p:cNvSpPr>
            <a:spLocks noGrp="1"/>
          </p:cNvSpPr>
          <p:nvPr>
            <p:ph type="body" sz="quarter" idx="11" hasCustomPrompt="1"/>
          </p:nvPr>
        </p:nvSpPr>
        <p:spPr>
          <a:xfrm>
            <a:off x="404813" y="1449142"/>
            <a:ext cx="4448175" cy="753146"/>
          </a:xfrm>
        </p:spPr>
        <p:txBody>
          <a:bodyPr>
            <a:normAutofit/>
          </a:bodyPr>
          <a:lstStyle>
            <a:lvl1pPr marL="0">
              <a:lnSpc>
                <a:spcPct val="80000"/>
              </a:lnSpc>
              <a:spcAft>
                <a:spcPts val="0"/>
              </a:spcAft>
              <a:defRPr sz="2400" b="0" spc="0">
                <a:latin typeface="+mj-lt"/>
              </a:defRPr>
            </a:lvl1pPr>
          </a:lstStyle>
          <a:p>
            <a:pPr lvl="0"/>
            <a:r>
              <a:rPr lang="en-GB"/>
              <a:t>CLICK TO EDIT MASTER</a:t>
            </a:r>
            <a:endParaRPr lang="en-PL"/>
          </a:p>
        </p:txBody>
      </p:sp>
      <p:sp>
        <p:nvSpPr>
          <p:cNvPr id="8" name="Retângulo 43">
            <a:extLst>
              <a:ext uri="{FF2B5EF4-FFF2-40B4-BE49-F238E27FC236}">
                <a16:creationId xmlns:a16="http://schemas.microsoft.com/office/drawing/2014/main" id="{5E5BE0AE-C7B9-3F4F-B0B5-415E551882B7}"/>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10" name="Rectangle 27">
            <a:extLst>
              <a:ext uri="{FF2B5EF4-FFF2-40B4-BE49-F238E27FC236}">
                <a16:creationId xmlns:a16="http://schemas.microsoft.com/office/drawing/2014/main" id="{DE642FF3-5BF5-4309-B367-AD963190164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Public © Capgemini 2023. All rights reserved  |</a:t>
            </a:r>
          </a:p>
        </p:txBody>
      </p:sp>
    </p:spTree>
    <p:extLst>
      <p:ext uri="{BB962C8B-B14F-4D97-AF65-F5344CB8AC3E}">
        <p14:creationId xmlns:p14="http://schemas.microsoft.com/office/powerpoint/2010/main" val="92988655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5_Title Only">
    <p:spTree>
      <p:nvGrpSpPr>
        <p:cNvPr id="1" name=""/>
        <p:cNvGrpSpPr/>
        <p:nvPr/>
      </p:nvGrpSpPr>
      <p:grpSpPr>
        <a:xfrm>
          <a:off x="0" y="0"/>
          <a:ext cx="0" cy="0"/>
          <a:chOff x="0" y="0"/>
          <a:chExt cx="0" cy="0"/>
        </a:xfrm>
      </p:grpSpPr>
      <p:sp>
        <p:nvSpPr>
          <p:cNvPr id="4" name="Title 3"/>
          <p:cNvSpPr>
            <a:spLocks noGrp="1"/>
          </p:cNvSpPr>
          <p:nvPr>
            <p:ph type="title"/>
          </p:nvPr>
        </p:nvSpPr>
        <p:spPr>
          <a:xfrm>
            <a:off x="365760" y="182880"/>
            <a:ext cx="10972800" cy="457200"/>
          </a:xfrm>
        </p:spPr>
        <p:txBody>
          <a:bodyPr/>
          <a:lstStyle>
            <a:lvl1pPr>
              <a:defRPr>
                <a:latin typeface="+mj-lt"/>
              </a:defRPr>
            </a:lvl1pPr>
          </a:lstStyle>
          <a:p>
            <a:r>
              <a:rPr lang="en-US"/>
              <a:t>Click to edit Master title style</a:t>
            </a:r>
          </a:p>
        </p:txBody>
      </p:sp>
      <p:sp>
        <p:nvSpPr>
          <p:cNvPr id="6" name="Slide Number Placeholder 5"/>
          <p:cNvSpPr>
            <a:spLocks noGrp="1"/>
          </p:cNvSpPr>
          <p:nvPr>
            <p:ph type="sldNum" sz="quarter" idx="11"/>
          </p:nvPr>
        </p:nvSpPr>
        <p:spPr/>
        <p:txBody>
          <a:bodyPr/>
          <a:lstStyle>
            <a:lvl1pPr>
              <a:defRPr sz="933">
                <a:solidFill>
                  <a:schemeClr val="bg1">
                    <a:lumMod val="65000"/>
                  </a:schemeClr>
                </a:solidFill>
              </a:defRPr>
            </a:lvl1pPr>
          </a:lstStyle>
          <a:p>
            <a:endParaRPr lang="en-US"/>
          </a:p>
        </p:txBody>
      </p:sp>
      <p:sp>
        <p:nvSpPr>
          <p:cNvPr id="2" name="TextBox 1">
            <a:extLst>
              <a:ext uri="{FF2B5EF4-FFF2-40B4-BE49-F238E27FC236}">
                <a16:creationId xmlns:a16="http://schemas.microsoft.com/office/drawing/2014/main" id="{3A11F36C-CACF-EF45-B3BE-049D577C7EF8}"/>
              </a:ext>
            </a:extLst>
          </p:cNvPr>
          <p:cNvSpPr txBox="1"/>
          <p:nvPr userDrawn="1"/>
        </p:nvSpPr>
        <p:spPr>
          <a:xfrm>
            <a:off x="11003536" y="6475079"/>
            <a:ext cx="0" cy="0"/>
          </a:xfrm>
          <a:prstGeom prst="rect">
            <a:avLst/>
          </a:prstGeom>
          <a:ln w="6350">
            <a:solidFill>
              <a:schemeClr val="bg1">
                <a:lumMod val="75000"/>
              </a:schemeClr>
            </a:solidFill>
          </a:ln>
        </p:spPr>
        <p:txBody>
          <a:bodyPr vert="horz" wrap="none" lIns="0" tIns="36576" rIns="0" bIns="0" rtlCol="0" anchor="ctr">
            <a:noAutofit/>
          </a:bodyPr>
          <a:lstStyle/>
          <a:p>
            <a:pPr marL="0" indent="0" algn="ctr">
              <a:spcBef>
                <a:spcPts val="200"/>
              </a:spcBef>
              <a:spcAft>
                <a:spcPts val="200"/>
              </a:spcAft>
              <a:buNone/>
            </a:pPr>
            <a:endParaRPr lang="en-US" sz="1467" b="1" spc="133">
              <a:solidFill>
                <a:srgbClr val="F95547"/>
              </a:solidFill>
              <a:latin typeface="Avenir Next Demi Bold" charset="0"/>
              <a:ea typeface="Avenir Next Demi Bold" charset="0"/>
              <a:cs typeface="Avenir Next Demi Bold" charset="0"/>
            </a:endParaRPr>
          </a:p>
        </p:txBody>
      </p:sp>
    </p:spTree>
    <p:extLst>
      <p:ext uri="{BB962C8B-B14F-4D97-AF65-F5344CB8AC3E}">
        <p14:creationId xmlns:p14="http://schemas.microsoft.com/office/powerpoint/2010/main" val="19694765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6_Title Only">
    <p:spTree>
      <p:nvGrpSpPr>
        <p:cNvPr id="1" name=""/>
        <p:cNvGrpSpPr/>
        <p:nvPr/>
      </p:nvGrpSpPr>
      <p:grpSpPr>
        <a:xfrm>
          <a:off x="0" y="0"/>
          <a:ext cx="0" cy="0"/>
          <a:chOff x="0" y="0"/>
          <a:chExt cx="0" cy="0"/>
        </a:xfrm>
      </p:grpSpPr>
      <p:sp>
        <p:nvSpPr>
          <p:cNvPr id="4" name="Title 3"/>
          <p:cNvSpPr>
            <a:spLocks noGrp="1"/>
          </p:cNvSpPr>
          <p:nvPr>
            <p:ph type="title"/>
          </p:nvPr>
        </p:nvSpPr>
        <p:spPr>
          <a:xfrm>
            <a:off x="449077" y="405304"/>
            <a:ext cx="11223172" cy="502701"/>
          </a:xfrm>
        </p:spPr>
        <p:txBody>
          <a:bodyPr/>
          <a:lstStyle>
            <a:lvl1pPr>
              <a:defRPr>
                <a:latin typeface="+mj-lt"/>
              </a:defRPr>
            </a:lvl1pPr>
          </a:lstStyle>
          <a:p>
            <a:r>
              <a:rPr lang="en-US"/>
              <a:t>Click to edit Master title style</a:t>
            </a:r>
          </a:p>
        </p:txBody>
      </p:sp>
      <p:sp>
        <p:nvSpPr>
          <p:cNvPr id="6" name="Slide Number Placeholder 5"/>
          <p:cNvSpPr>
            <a:spLocks noGrp="1"/>
          </p:cNvSpPr>
          <p:nvPr>
            <p:ph type="sldNum" sz="quarter" idx="11"/>
          </p:nvPr>
        </p:nvSpPr>
        <p:spPr>
          <a:xfrm>
            <a:off x="8610600" y="6356350"/>
            <a:ext cx="2743200" cy="365125"/>
          </a:xfrm>
          <a:prstGeom prst="rect">
            <a:avLst/>
          </a:prstGeom>
        </p:spPr>
        <p:txBody>
          <a:bodyPr/>
          <a:lstStyle>
            <a:lvl1pPr>
              <a:defRPr sz="933">
                <a:solidFill>
                  <a:schemeClr val="bg1">
                    <a:lumMod val="65000"/>
                  </a:schemeClr>
                </a:solidFill>
              </a:defRPr>
            </a:lvl1pPr>
          </a:lstStyle>
          <a:p>
            <a:fld id="{CDEE2954-54E9-4846-B9AA-9D6731F553AF}" type="slidenum">
              <a:rPr lang="en-US" smtClean="0"/>
              <a:pPr/>
              <a:t>‹#›</a:t>
            </a:fld>
            <a:endParaRPr lang="en-US"/>
          </a:p>
        </p:txBody>
      </p:sp>
      <p:sp>
        <p:nvSpPr>
          <p:cNvPr id="2" name="TextBox 1">
            <a:extLst>
              <a:ext uri="{FF2B5EF4-FFF2-40B4-BE49-F238E27FC236}">
                <a16:creationId xmlns:a16="http://schemas.microsoft.com/office/drawing/2014/main" id="{3A11F36C-CACF-EF45-B3BE-049D577C7EF8}"/>
              </a:ext>
            </a:extLst>
          </p:cNvPr>
          <p:cNvSpPr txBox="1"/>
          <p:nvPr userDrawn="1"/>
        </p:nvSpPr>
        <p:spPr>
          <a:xfrm>
            <a:off x="11003536" y="6475079"/>
            <a:ext cx="0" cy="0"/>
          </a:xfrm>
          <a:prstGeom prst="rect">
            <a:avLst/>
          </a:prstGeom>
          <a:ln w="6350">
            <a:solidFill>
              <a:schemeClr val="bg1">
                <a:lumMod val="75000"/>
              </a:schemeClr>
            </a:solidFill>
          </a:ln>
        </p:spPr>
        <p:txBody>
          <a:bodyPr vert="horz" wrap="none" lIns="0" tIns="36576" rIns="0" bIns="0" rtlCol="0" anchor="ctr">
            <a:noAutofit/>
          </a:bodyPr>
          <a:lstStyle/>
          <a:p>
            <a:pPr marL="0" indent="0" algn="ctr">
              <a:spcBef>
                <a:spcPts val="200"/>
              </a:spcBef>
              <a:spcAft>
                <a:spcPts val="200"/>
              </a:spcAft>
              <a:buNone/>
            </a:pPr>
            <a:endParaRPr lang="en-US" sz="1467" b="1" spc="133">
              <a:solidFill>
                <a:srgbClr val="F95547"/>
              </a:solidFill>
              <a:latin typeface="Avenir Next Demi Bold" charset="0"/>
              <a:ea typeface="Avenir Next Demi Bold" charset="0"/>
              <a:cs typeface="Avenir Next Demi Bold" charset="0"/>
            </a:endParaRPr>
          </a:p>
        </p:txBody>
      </p:sp>
    </p:spTree>
    <p:extLst>
      <p:ext uri="{BB962C8B-B14F-4D97-AF65-F5344CB8AC3E}">
        <p14:creationId xmlns:p14="http://schemas.microsoft.com/office/powerpoint/2010/main" val="6858358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Cyan title">
    <p:bg>
      <p:bgPr>
        <a:solidFill>
          <a:srgbClr val="000000"/>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FE690B2-89C1-4DF2-BBF9-5D3D20DF14F4}"/>
              </a:ext>
            </a:extLst>
          </p:cNvPr>
          <p:cNvSpPr>
            <a:spLocks noGrp="1"/>
          </p:cNvSpPr>
          <p:nvPr>
            <p:ph type="title"/>
          </p:nvPr>
        </p:nvSpPr>
        <p:spPr>
          <a:xfrm>
            <a:off x="588263" y="457200"/>
            <a:ext cx="11018520" cy="492443"/>
          </a:xfrm>
        </p:spPr>
        <p:txBody>
          <a:bodyPr/>
          <a:lstStyle>
            <a:lvl1pPr>
              <a:defRPr sz="3200">
                <a:solidFill>
                  <a:srgbClr val="50E6FF"/>
                </a:solidFill>
              </a:defRPr>
            </a:lvl1pPr>
          </a:lstStyle>
          <a:p>
            <a:r>
              <a:rPr lang="en-US"/>
              <a:t>Click to edit Master title style</a:t>
            </a:r>
          </a:p>
        </p:txBody>
      </p:sp>
    </p:spTree>
    <p:extLst>
      <p:ext uri="{BB962C8B-B14F-4D97-AF65-F5344CB8AC3E}">
        <p14:creationId xmlns:p14="http://schemas.microsoft.com/office/powerpoint/2010/main" val="2919058764"/>
      </p:ext>
    </p:extLst>
  </p:cSld>
  <p:clrMapOvr>
    <a:overrideClrMapping bg1="dk1" tx1="lt1" bg2="dk2" tx2="lt2" accent1="accent1" accent2="accent2" accent3="accent3" accent4="accent4" accent5="accent5" accent6="accent6" hlink="hlink" folHlink="folHlink"/>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 Type="http://schemas.openxmlformats.org/officeDocument/2006/relationships/slideLayout" Target="../slideLayouts/slideLayout14.xml"/><Relationship Id="rId21" Type="http://schemas.openxmlformats.org/officeDocument/2006/relationships/slideLayout" Target="../slideLayouts/slideLayout32.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29" Type="http://schemas.openxmlformats.org/officeDocument/2006/relationships/oleObject" Target="../embeddings/oleObject1.bin"/><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tags" Target="../tags/tag1.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theme" Target="../theme/theme2.xml"/><Relationship Id="rId30"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29CC08F-D424-969F-9CDD-652200A67BF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F552AE4-8938-F338-1117-ABEBF83D884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F578641-C8F9-D9EB-2385-87521294F7F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C23755-09D1-46BC-A639-BA0E1F021FB9}" type="datetimeFigureOut">
              <a:rPr lang="en-US" smtClean="0"/>
              <a:t>7/10/2026</a:t>
            </a:fld>
            <a:endParaRPr lang="en-US"/>
          </a:p>
        </p:txBody>
      </p:sp>
      <p:sp>
        <p:nvSpPr>
          <p:cNvPr id="5" name="Footer Placeholder 4">
            <a:extLst>
              <a:ext uri="{FF2B5EF4-FFF2-40B4-BE49-F238E27FC236}">
                <a16:creationId xmlns:a16="http://schemas.microsoft.com/office/drawing/2014/main" id="{01D1414F-4896-1601-2C58-9699479658B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5C330D3-64F4-2F10-7D36-0697AFC26D7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97B822-B200-47A2-B1A3-B08578D70179}" type="slidenum">
              <a:rPr lang="en-US" smtClean="0"/>
              <a:t>‹#›</a:t>
            </a:fld>
            <a:endParaRPr lang="en-US"/>
          </a:p>
        </p:txBody>
      </p:sp>
    </p:spTree>
    <p:extLst>
      <p:ext uri="{BB962C8B-B14F-4D97-AF65-F5344CB8AC3E}">
        <p14:creationId xmlns:p14="http://schemas.microsoft.com/office/powerpoint/2010/main" val="12615369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28"/>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29" imgW="270" imgH="270" progId="TCLayout.ActiveDocument.1">
                  <p:embed/>
                </p:oleObj>
              </mc:Choice>
              <mc:Fallback>
                <p:oleObj name="think-cell Slide" r:id="rId29" imgW="270" imgH="270" progId="TCLayout.ActiveDocument.1">
                  <p:embed/>
                  <p:pic>
                    <p:nvPicPr>
                      <p:cNvPr id="21" name="Object 20" hidden="1"/>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9" name="Title Placeholder 1"/>
          <p:cNvSpPr>
            <a:spLocks noGrp="1"/>
          </p:cNvSpPr>
          <p:nvPr>
            <p:ph type="title"/>
          </p:nvPr>
        </p:nvSpPr>
        <p:spPr>
          <a:xfrm>
            <a:off x="404813" y="388188"/>
            <a:ext cx="10947772" cy="716711"/>
          </a:xfrm>
          <a:prstGeom prst="rect">
            <a:avLst/>
          </a:prstGeom>
        </p:spPr>
        <p:txBody>
          <a:bodyPr vert="horz" lIns="0" tIns="0" rIns="0" bIns="0" rtlCol="0" anchor="b">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1</a:t>
              </a:r>
            </a:p>
            <a:p>
              <a:pPr algn="ctr">
                <a:lnSpc>
                  <a:spcPct val="90000"/>
                </a:lnSpc>
                <a:spcAft>
                  <a:spcPts val="0"/>
                </a:spcAft>
              </a:pPr>
              <a:r>
                <a:rPr lang="en-GB" sz="700">
                  <a:latin typeface="Ubuntu" panose="020B0504030602030204" pitchFamily="34" charset="0"/>
                </a:rPr>
                <a:t>112</a:t>
              </a:r>
            </a:p>
            <a:p>
              <a:pPr algn="ctr">
                <a:lnSpc>
                  <a:spcPct val="90000"/>
                </a:lnSpc>
                <a:spcAft>
                  <a:spcPts val="0"/>
                </a:spcAft>
              </a:pPr>
              <a:r>
                <a:rPr lang="en-GB" sz="70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18</a:t>
              </a:r>
            </a:p>
            <a:p>
              <a:pPr algn="ctr">
                <a:lnSpc>
                  <a:spcPct val="90000"/>
                </a:lnSpc>
                <a:spcAft>
                  <a:spcPts val="0"/>
                </a:spcAft>
              </a:pPr>
              <a:r>
                <a:rPr lang="en-GB" sz="700">
                  <a:solidFill>
                    <a:schemeClr val="tx1"/>
                  </a:solidFill>
                  <a:latin typeface="Ubuntu" panose="020B0504030602030204" pitchFamily="34" charset="0"/>
                </a:rPr>
                <a:t>171</a:t>
              </a:r>
            </a:p>
            <a:p>
              <a:pPr algn="ctr">
                <a:lnSpc>
                  <a:spcPct val="90000"/>
                </a:lnSpc>
                <a:spcAft>
                  <a:spcPts val="0"/>
                </a:spcAft>
              </a:pPr>
              <a:r>
                <a:rPr lang="en-GB" sz="70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43</a:t>
              </a:r>
            </a:p>
            <a:p>
              <a:pPr algn="ctr">
                <a:lnSpc>
                  <a:spcPct val="90000"/>
                </a:lnSpc>
                <a:spcAft>
                  <a:spcPts val="0"/>
                </a:spcAft>
              </a:pPr>
              <a:r>
                <a:rPr lang="en-GB" sz="700">
                  <a:latin typeface="Ubuntu" panose="020B0504030602030204" pitchFamily="34" charset="0"/>
                </a:rPr>
                <a:t>10</a:t>
              </a:r>
            </a:p>
            <a:p>
              <a:pPr algn="ctr">
                <a:lnSpc>
                  <a:spcPct val="90000"/>
                </a:lnSpc>
                <a:spcAft>
                  <a:spcPts val="0"/>
                </a:spcAft>
              </a:pPr>
              <a:r>
                <a:rPr lang="en-GB" sz="70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39</a:t>
              </a:r>
            </a:p>
            <a:p>
              <a:pPr algn="ctr">
                <a:lnSpc>
                  <a:spcPct val="90000"/>
                </a:lnSpc>
                <a:spcAft>
                  <a:spcPts val="0"/>
                </a:spcAft>
              </a:pPr>
              <a:r>
                <a:rPr lang="en-GB" sz="700">
                  <a:latin typeface="Ubuntu" panose="020B0504030602030204" pitchFamily="34" charset="0"/>
                </a:rPr>
                <a:t>41</a:t>
              </a:r>
            </a:p>
            <a:p>
              <a:pPr algn="ctr">
                <a:lnSpc>
                  <a:spcPct val="90000"/>
                </a:lnSpc>
                <a:spcAft>
                  <a:spcPts val="0"/>
                </a:spcAft>
              </a:pPr>
              <a:r>
                <a:rPr lang="en-GB" sz="70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142</a:t>
              </a:r>
            </a:p>
            <a:p>
              <a:pPr algn="ctr">
                <a:lnSpc>
                  <a:spcPct val="90000"/>
                </a:lnSpc>
                <a:spcAft>
                  <a:spcPts val="0"/>
                </a:spcAft>
              </a:pPr>
              <a:r>
                <a:rPr lang="en-US" sz="70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156</a:t>
              </a:r>
            </a:p>
            <a:p>
              <a:pPr algn="ctr">
                <a:lnSpc>
                  <a:spcPct val="90000"/>
                </a:lnSpc>
                <a:spcAft>
                  <a:spcPts val="0"/>
                </a:spcAft>
              </a:pPr>
              <a:r>
                <a:rPr lang="en-US" sz="70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178</a:t>
              </a:r>
            </a:p>
            <a:p>
              <a:pPr algn="ctr">
                <a:lnSpc>
                  <a:spcPct val="90000"/>
                </a:lnSpc>
                <a:spcAft>
                  <a:spcPts val="0"/>
                </a:spcAft>
              </a:pPr>
              <a:r>
                <a:rPr lang="en-US" sz="70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208</a:t>
              </a:r>
            </a:p>
            <a:p>
              <a:pPr algn="ctr">
                <a:lnSpc>
                  <a:spcPct val="90000"/>
                </a:lnSpc>
                <a:spcAft>
                  <a:spcPts val="0"/>
                </a:spcAft>
              </a:pPr>
              <a:r>
                <a:rPr lang="en-US" sz="70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218</a:t>
              </a:r>
            </a:p>
            <a:p>
              <a:pPr algn="ctr">
                <a:lnSpc>
                  <a:spcPct val="90000"/>
                </a:lnSpc>
                <a:spcAft>
                  <a:spcPts val="0"/>
                </a:spcAft>
              </a:pPr>
              <a:r>
                <a:rPr lang="en-US" sz="70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66</a:t>
              </a:r>
            </a:p>
            <a:p>
              <a:pPr algn="ctr">
                <a:lnSpc>
                  <a:spcPct val="90000"/>
                </a:lnSpc>
                <a:spcAft>
                  <a:spcPts val="0"/>
                </a:spcAft>
              </a:pPr>
              <a:r>
                <a:rPr lang="en-US" sz="700">
                  <a:solidFill>
                    <a:schemeClr val="bg1"/>
                  </a:solidFill>
                  <a:latin typeface="Ubuntu" panose="020B0504030602030204" pitchFamily="34" charset="0"/>
                </a:rPr>
                <a:t>20</a:t>
              </a:r>
            </a:p>
            <a:p>
              <a:pPr algn="ctr">
                <a:lnSpc>
                  <a:spcPct val="90000"/>
                </a:lnSpc>
                <a:spcAft>
                  <a:spcPts val="0"/>
                </a:spcAft>
              </a:pPr>
              <a:r>
                <a:rPr lang="en-US" sz="70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89</a:t>
              </a:r>
            </a:p>
            <a:p>
              <a:pPr algn="ctr">
                <a:lnSpc>
                  <a:spcPct val="90000"/>
                </a:lnSpc>
                <a:spcAft>
                  <a:spcPts val="0"/>
                </a:spcAft>
              </a:pPr>
              <a:r>
                <a:rPr lang="en-US" sz="700">
                  <a:solidFill>
                    <a:schemeClr val="bg1"/>
                  </a:solidFill>
                  <a:latin typeface="Ubuntu" panose="020B0504030602030204" pitchFamily="34" charset="0"/>
                </a:rPr>
                <a:t>10</a:t>
              </a:r>
            </a:p>
            <a:p>
              <a:pPr algn="ctr">
                <a:lnSpc>
                  <a:spcPct val="90000"/>
                </a:lnSpc>
                <a:spcAft>
                  <a:spcPts val="0"/>
                </a:spcAft>
              </a:pPr>
              <a:r>
                <a:rPr lang="en-US" sz="70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117</a:t>
              </a:r>
            </a:p>
            <a:p>
              <a:pPr algn="ctr">
                <a:lnSpc>
                  <a:spcPct val="90000"/>
                </a:lnSpc>
                <a:spcAft>
                  <a:spcPts val="0"/>
                </a:spcAft>
              </a:pPr>
              <a:r>
                <a:rPr lang="en-US" sz="700">
                  <a:solidFill>
                    <a:schemeClr val="bg1"/>
                  </a:solidFill>
                  <a:latin typeface="Ubuntu" panose="020B0504030602030204" pitchFamily="34" charset="0"/>
                </a:rPr>
                <a:t>13</a:t>
              </a:r>
            </a:p>
            <a:p>
              <a:pPr algn="ctr">
                <a:lnSpc>
                  <a:spcPct val="90000"/>
                </a:lnSpc>
                <a:spcAft>
                  <a:spcPts val="0"/>
                </a:spcAft>
              </a:pPr>
              <a:r>
                <a:rPr lang="en-US" sz="70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128</a:t>
              </a:r>
            </a:p>
            <a:p>
              <a:pPr algn="ctr">
                <a:lnSpc>
                  <a:spcPct val="90000"/>
                </a:lnSpc>
                <a:spcAft>
                  <a:spcPts val="0"/>
                </a:spcAft>
              </a:pPr>
              <a:r>
                <a:rPr lang="en-US" sz="700">
                  <a:solidFill>
                    <a:schemeClr val="bg1"/>
                  </a:solidFill>
                  <a:latin typeface="Ubuntu" panose="020B0504030602030204" pitchFamily="34" charset="0"/>
                </a:rPr>
                <a:t>43</a:t>
              </a:r>
            </a:p>
            <a:p>
              <a:pPr algn="ctr">
                <a:lnSpc>
                  <a:spcPct val="90000"/>
                </a:lnSpc>
                <a:spcAft>
                  <a:spcPts val="0"/>
                </a:spcAft>
              </a:pPr>
              <a:r>
                <a:rPr lang="en-US" sz="70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158</a:t>
              </a:r>
            </a:p>
            <a:p>
              <a:pPr algn="ctr">
                <a:lnSpc>
                  <a:spcPct val="90000"/>
                </a:lnSpc>
                <a:spcAft>
                  <a:spcPts val="0"/>
                </a:spcAft>
              </a:pPr>
              <a:r>
                <a:rPr lang="en-US" sz="700">
                  <a:solidFill>
                    <a:schemeClr val="bg1"/>
                  </a:solidFill>
                  <a:latin typeface="Ubuntu" panose="020B0504030602030204" pitchFamily="34" charset="0"/>
                </a:rPr>
                <a:t>71</a:t>
              </a:r>
            </a:p>
            <a:p>
              <a:pPr algn="ctr">
                <a:lnSpc>
                  <a:spcPct val="90000"/>
                </a:lnSpc>
                <a:spcAft>
                  <a:spcPts val="0"/>
                </a:spcAft>
              </a:pPr>
              <a:r>
                <a:rPr lang="en-US" sz="70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166</a:t>
              </a:r>
            </a:p>
            <a:p>
              <a:pPr algn="ctr">
                <a:lnSpc>
                  <a:spcPct val="90000"/>
                </a:lnSpc>
                <a:spcAft>
                  <a:spcPts val="0"/>
                </a:spcAft>
              </a:pPr>
              <a:r>
                <a:rPr lang="en-US" sz="700">
                  <a:solidFill>
                    <a:schemeClr val="bg1"/>
                  </a:solidFill>
                  <a:latin typeface="Ubuntu" panose="020B0504030602030204" pitchFamily="34" charset="0"/>
                </a:rPr>
                <a:t>0</a:t>
              </a:r>
            </a:p>
            <a:p>
              <a:pPr algn="ctr">
                <a:lnSpc>
                  <a:spcPct val="90000"/>
                </a:lnSpc>
                <a:spcAft>
                  <a:spcPts val="0"/>
                </a:spcAft>
              </a:pPr>
              <a:r>
                <a:rPr lang="en-US" sz="70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227</a:t>
              </a:r>
            </a:p>
            <a:p>
              <a:pPr algn="ctr">
                <a:lnSpc>
                  <a:spcPct val="90000"/>
                </a:lnSpc>
                <a:spcAft>
                  <a:spcPts val="0"/>
                </a:spcAft>
              </a:pPr>
              <a:r>
                <a:rPr lang="en-US" sz="700">
                  <a:solidFill>
                    <a:schemeClr val="bg1"/>
                  </a:solidFill>
                  <a:latin typeface="Ubuntu" panose="020B0504030602030204" pitchFamily="34" charset="0"/>
                </a:rPr>
                <a:t>03</a:t>
              </a:r>
            </a:p>
            <a:p>
              <a:pPr algn="ctr">
                <a:lnSpc>
                  <a:spcPct val="90000"/>
                </a:lnSpc>
                <a:spcAft>
                  <a:spcPts val="0"/>
                </a:spcAft>
              </a:pPr>
              <a:r>
                <a:rPr lang="en-US" sz="70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48</a:t>
              </a:r>
            </a:p>
            <a:p>
              <a:pPr algn="ctr">
                <a:lnSpc>
                  <a:spcPct val="90000"/>
                </a:lnSpc>
                <a:spcAft>
                  <a:spcPts val="0"/>
                </a:spcAft>
              </a:pPr>
              <a:r>
                <a:rPr lang="en-US" sz="70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69</a:t>
              </a:r>
            </a:p>
            <a:p>
              <a:pPr algn="ctr">
                <a:lnSpc>
                  <a:spcPct val="90000"/>
                </a:lnSpc>
                <a:spcAft>
                  <a:spcPts val="0"/>
                </a:spcAft>
              </a:pPr>
              <a:r>
                <a:rPr lang="en-US" sz="70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129</a:t>
              </a:r>
            </a:p>
            <a:p>
              <a:pPr algn="ctr">
                <a:lnSpc>
                  <a:spcPct val="90000"/>
                </a:lnSpc>
                <a:spcAft>
                  <a:spcPts val="0"/>
                </a:spcAft>
              </a:pPr>
              <a:r>
                <a:rPr lang="en-US" sz="700">
                  <a:solidFill>
                    <a:schemeClr val="bg1"/>
                  </a:solidFill>
                  <a:latin typeface="Ubuntu" panose="020B0504030602030204" pitchFamily="34" charset="0"/>
                </a:rPr>
                <a:t>27</a:t>
              </a:r>
            </a:p>
            <a:p>
              <a:pPr algn="ctr">
                <a:lnSpc>
                  <a:spcPct val="90000"/>
                </a:lnSpc>
                <a:spcAft>
                  <a:spcPts val="0"/>
                </a:spcAft>
              </a:pPr>
              <a:r>
                <a:rPr lang="en-US" sz="70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161</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186</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209</a:t>
              </a:r>
            </a:p>
            <a:p>
              <a:pPr algn="ctr">
                <a:lnSpc>
                  <a:spcPct val="90000"/>
                </a:lnSpc>
                <a:spcAft>
                  <a:spcPts val="0"/>
                </a:spcAft>
              </a:pPr>
              <a:r>
                <a:rPr lang="en-US" sz="700">
                  <a:latin typeface="Ubuntu" panose="020B0504030602030204" pitchFamily="34" charset="0"/>
                </a:rPr>
                <a:t>58</a:t>
              </a:r>
            </a:p>
            <a:p>
              <a:pPr algn="ctr">
                <a:lnSpc>
                  <a:spcPct val="90000"/>
                </a:lnSpc>
                <a:spcAft>
                  <a:spcPts val="0"/>
                </a:spcAft>
              </a:pPr>
              <a:r>
                <a:rPr lang="en-US" sz="70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229</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a:latin typeface="Ubuntu" panose="020B0504030602030204" pitchFamily="34" charset="0"/>
              </a:rPr>
              <a:t>Security Classification:</a:t>
            </a:r>
          </a:p>
          <a:p>
            <a:r>
              <a:rPr lang="en-GB" sz="800">
                <a:latin typeface="Ubuntu" panose="020B0504030602030204" pitchFamily="34" charset="0"/>
              </a:rPr>
              <a:t>SEC0: Public</a:t>
            </a:r>
          </a:p>
          <a:p>
            <a:r>
              <a:rPr lang="en-GB" sz="800">
                <a:latin typeface="Ubuntu" panose="020B0504030602030204" pitchFamily="34" charset="0"/>
              </a:rPr>
              <a:t>SEC1: Company Confidential</a:t>
            </a:r>
          </a:p>
          <a:p>
            <a:r>
              <a:rPr lang="en-GB" sz="800">
                <a:latin typeface="Ubuntu" panose="020B0504030602030204" pitchFamily="34" charset="0"/>
              </a:rPr>
              <a:t>SEC2: Company Restricted/Customer restricted</a:t>
            </a:r>
          </a:p>
          <a:p>
            <a:r>
              <a:rPr lang="en-GB" sz="80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67</a:t>
              </a:r>
            </a:p>
            <a:p>
              <a:pPr algn="ctr">
                <a:lnSpc>
                  <a:spcPct val="90000"/>
                </a:lnSpc>
                <a:spcAft>
                  <a:spcPts val="0"/>
                </a:spcAft>
              </a:pPr>
              <a:r>
                <a:rPr lang="en-US" sz="700" b="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106</a:t>
              </a:r>
            </a:p>
            <a:p>
              <a:pPr algn="ctr">
                <a:lnSpc>
                  <a:spcPct val="90000"/>
                </a:lnSpc>
                <a:spcAft>
                  <a:spcPts val="0"/>
                </a:spcAft>
              </a:pPr>
              <a:r>
                <a:rPr lang="en-US" sz="700" b="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135</a:t>
              </a:r>
            </a:p>
            <a:p>
              <a:pPr algn="ctr">
                <a:lnSpc>
                  <a:spcPct val="90000"/>
                </a:lnSpc>
                <a:spcAft>
                  <a:spcPts val="0"/>
                </a:spcAft>
              </a:pPr>
              <a:r>
                <a:rPr lang="en-US" sz="700" b="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178</a:t>
              </a:r>
            </a:p>
            <a:p>
              <a:pPr algn="ctr">
                <a:lnSpc>
                  <a:spcPct val="90000"/>
                </a:lnSpc>
                <a:spcAft>
                  <a:spcPts val="0"/>
                </a:spcAft>
              </a:pPr>
              <a:r>
                <a:rPr lang="en-US" sz="700" b="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244</a:t>
              </a:r>
            </a:p>
            <a:p>
              <a:pPr algn="ctr">
                <a:lnSpc>
                  <a:spcPct val="90000"/>
                </a:lnSpc>
                <a:spcAft>
                  <a:spcPts val="0"/>
                </a:spcAft>
              </a:pPr>
              <a:r>
                <a:rPr lang="en-US" sz="700" b="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140</a:t>
              </a:r>
            </a:p>
            <a:p>
              <a:pPr algn="ctr">
                <a:lnSpc>
                  <a:spcPct val="90000"/>
                </a:lnSpc>
                <a:spcAft>
                  <a:spcPts val="0"/>
                </a:spcAft>
              </a:pPr>
              <a:r>
                <a:rPr lang="en-US" sz="700" b="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46</a:t>
              </a:r>
            </a:p>
            <a:p>
              <a:pPr algn="ctr">
                <a:lnSpc>
                  <a:spcPct val="90000"/>
                </a:lnSpc>
                <a:spcAft>
                  <a:spcPts val="0"/>
                </a:spcAft>
              </a:pPr>
              <a:r>
                <a:rPr lang="en-US" sz="700" b="0">
                  <a:latin typeface="Ubuntu" panose="020B0504030602030204" pitchFamily="34" charset="0"/>
                </a:rPr>
                <a:t>166</a:t>
              </a:r>
            </a:p>
            <a:p>
              <a:pPr algn="ctr">
                <a:lnSpc>
                  <a:spcPct val="90000"/>
                </a:lnSpc>
                <a:spcAft>
                  <a:spcPts val="0"/>
                </a:spcAft>
              </a:pPr>
              <a:r>
                <a:rPr lang="en-US" sz="700" b="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51</a:t>
              </a:r>
            </a:p>
            <a:p>
              <a:pPr algn="ctr">
                <a:lnSpc>
                  <a:spcPct val="90000"/>
                </a:lnSpc>
                <a:spcAft>
                  <a:spcPts val="0"/>
                </a:spcAft>
              </a:pPr>
              <a:r>
                <a:rPr lang="en-US" sz="700" b="0">
                  <a:latin typeface="Ubuntu" panose="020B0504030602030204" pitchFamily="34" charset="0"/>
                </a:rPr>
                <a:t>181</a:t>
              </a:r>
            </a:p>
            <a:p>
              <a:pPr algn="ctr">
                <a:lnSpc>
                  <a:spcPct val="90000"/>
                </a:lnSpc>
                <a:spcAft>
                  <a:spcPts val="0"/>
                </a:spcAft>
              </a:pPr>
              <a:r>
                <a:rPr lang="en-US" sz="700" b="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latin typeface="Ubuntu" panose="020B0504030602030204" pitchFamily="34" charset="0"/>
              </a:endParaRPr>
            </a:p>
            <a:p>
              <a:pPr algn="ctr">
                <a:lnSpc>
                  <a:spcPct val="90000"/>
                </a:lnSpc>
                <a:spcAft>
                  <a:spcPts val="0"/>
                </a:spcAft>
              </a:pPr>
              <a:r>
                <a:rPr lang="en-US" sz="700" b="0">
                  <a:latin typeface="Ubuntu" panose="020B0504030602030204" pitchFamily="34" charset="0"/>
                </a:rPr>
                <a:t>87</a:t>
              </a:r>
            </a:p>
            <a:p>
              <a:pPr algn="ctr">
                <a:lnSpc>
                  <a:spcPct val="90000"/>
                </a:lnSpc>
                <a:spcAft>
                  <a:spcPts val="0"/>
                </a:spcAft>
              </a:pPr>
              <a:r>
                <a:rPr lang="en-US" sz="700" b="0">
                  <a:latin typeface="Ubuntu" panose="020B0504030602030204" pitchFamily="34" charset="0"/>
                </a:rPr>
                <a:t>207</a:t>
              </a:r>
            </a:p>
            <a:p>
              <a:pPr algn="ctr">
                <a:lnSpc>
                  <a:spcPct val="90000"/>
                </a:lnSpc>
                <a:spcAft>
                  <a:spcPts val="0"/>
                </a:spcAft>
              </a:pPr>
              <a:r>
                <a:rPr lang="en-US" sz="700" b="0">
                  <a:latin typeface="Ubuntu" panose="020B0504030602030204" pitchFamily="34" charset="0"/>
                </a:rPr>
                <a:t>128</a:t>
              </a:r>
            </a:p>
            <a:p>
              <a:pPr algn="ctr">
                <a:lnSpc>
                  <a:spcPct val="90000"/>
                </a:lnSpc>
                <a:spcAft>
                  <a:spcPts val="0"/>
                </a:spcAft>
              </a:pPr>
              <a:endParaRPr lang="en-US" sz="700" b="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33</a:t>
              </a:r>
            </a:p>
            <a:p>
              <a:pPr algn="ctr">
                <a:lnSpc>
                  <a:spcPct val="90000"/>
                </a:lnSpc>
                <a:spcAft>
                  <a:spcPts val="0"/>
                </a:spcAft>
              </a:pPr>
              <a:r>
                <a:rPr lang="en-US" sz="700" b="0">
                  <a:solidFill>
                    <a:schemeClr val="bg1"/>
                  </a:solidFill>
                  <a:latin typeface="Ubuntu" panose="020B0504030602030204" pitchFamily="34" charset="0"/>
                </a:rPr>
                <a:t>69</a:t>
              </a:r>
            </a:p>
            <a:p>
              <a:pPr algn="ctr">
                <a:lnSpc>
                  <a:spcPct val="90000"/>
                </a:lnSpc>
                <a:spcAft>
                  <a:spcPts val="0"/>
                </a:spcAft>
              </a:pPr>
              <a:r>
                <a:rPr lang="en-US" sz="700" b="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20</a:t>
              </a:r>
            </a:p>
            <a:p>
              <a:pPr algn="ctr">
                <a:lnSpc>
                  <a:spcPct val="90000"/>
                </a:lnSpc>
                <a:spcAft>
                  <a:spcPts val="0"/>
                </a:spcAft>
              </a:pPr>
              <a:r>
                <a:rPr lang="en-US" sz="700" b="0">
                  <a:solidFill>
                    <a:schemeClr val="bg1"/>
                  </a:solidFill>
                  <a:latin typeface="Ubuntu" panose="020B0504030602030204" pitchFamily="34" charset="0"/>
                </a:rPr>
                <a:t>89</a:t>
              </a:r>
            </a:p>
            <a:p>
              <a:pPr algn="ctr">
                <a:lnSpc>
                  <a:spcPct val="90000"/>
                </a:lnSpc>
                <a:spcAft>
                  <a:spcPts val="0"/>
                </a:spcAft>
              </a:pPr>
              <a:r>
                <a:rPr lang="en-US" sz="700" b="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107</a:t>
              </a:r>
            </a:p>
            <a:p>
              <a:pPr algn="ctr">
                <a:lnSpc>
                  <a:spcPct val="90000"/>
                </a:lnSpc>
                <a:spcAft>
                  <a:spcPts val="0"/>
                </a:spcAft>
              </a:pPr>
              <a:r>
                <a:rPr lang="en-US" sz="700" b="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125</a:t>
              </a:r>
            </a:p>
            <a:p>
              <a:pPr algn="ctr">
                <a:lnSpc>
                  <a:spcPct val="90000"/>
                </a:lnSpc>
                <a:spcAft>
                  <a:spcPts val="0"/>
                </a:spcAft>
              </a:pPr>
              <a:r>
                <a:rPr lang="en-US" sz="700" b="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146</a:t>
              </a:r>
            </a:p>
            <a:p>
              <a:pPr algn="ctr">
                <a:lnSpc>
                  <a:spcPct val="90000"/>
                </a:lnSpc>
                <a:spcAft>
                  <a:spcPts val="0"/>
                </a:spcAft>
              </a:pPr>
              <a:r>
                <a:rPr lang="en-US" sz="700" b="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191</a:t>
              </a:r>
            </a:p>
            <a:p>
              <a:pPr algn="ctr">
                <a:lnSpc>
                  <a:spcPct val="90000"/>
                </a:lnSpc>
                <a:spcAft>
                  <a:spcPts val="0"/>
                </a:spcAft>
              </a:pPr>
              <a:r>
                <a:rPr lang="en-US" sz="700" b="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213</a:t>
              </a:r>
            </a:p>
            <a:p>
              <a:pPr algn="ctr">
                <a:lnSpc>
                  <a:spcPct val="90000"/>
                </a:lnSpc>
                <a:spcAft>
                  <a:spcPts val="0"/>
                </a:spcAft>
              </a:pPr>
              <a:r>
                <a:rPr lang="en-US" sz="700" b="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230</a:t>
              </a:r>
            </a:p>
            <a:p>
              <a:pPr algn="ctr">
                <a:lnSpc>
                  <a:spcPct val="90000"/>
                </a:lnSpc>
                <a:spcAft>
                  <a:spcPts val="0"/>
                </a:spcAft>
              </a:pPr>
              <a:r>
                <a:rPr lang="en-US" sz="700" b="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65" name="Rectangle 27">
            <a:extLst>
              <a:ext uri="{FF2B5EF4-FFF2-40B4-BE49-F238E27FC236}">
                <a16:creationId xmlns:a16="http://schemas.microsoft.com/office/drawing/2014/main" id="{5B538C81-213B-41EC-BB81-FEF313C9D880}"/>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700" kern="0" dirty="0">
                <a:solidFill>
                  <a:srgbClr val="A6A6A6"/>
                </a:solidFill>
                <a:latin typeface="Ubuntu" panose="020B0504030602030204" pitchFamily="34" charset="0"/>
                <a:cs typeface="Arial" panose="020B0604020202020204" pitchFamily="34" charset="0"/>
              </a:rPr>
              <a:t>Capgemini </a:t>
            </a:r>
            <a:r>
              <a:rPr lang="en-US" sz="700" kern="0" dirty="0">
                <a:solidFill>
                  <a:srgbClr val="A6A6A6"/>
                </a:solidFill>
                <a:latin typeface="Ubuntu" panose="020B0504030602030204" pitchFamily="34" charset="0"/>
                <a:cs typeface="Arial" panose="020B0604020202020204" pitchFamily="34" charset="0"/>
              </a:rPr>
              <a:t>Gen AI for CME</a:t>
            </a:r>
          </a:p>
        </p:txBody>
      </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2023. All rights reserved |</a:t>
            </a:r>
          </a:p>
        </p:txBody>
      </p:sp>
    </p:spTree>
    <p:extLst>
      <p:ext uri="{BB962C8B-B14F-4D97-AF65-F5344CB8AC3E}">
        <p14:creationId xmlns:p14="http://schemas.microsoft.com/office/powerpoint/2010/main" val="242469833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5" r:id="rId23"/>
    <p:sldLayoutId id="2147483686" r:id="rId24"/>
    <p:sldLayoutId id="2147483687" r:id="rId25"/>
    <p:sldLayoutId id="2147483689" r:id="rId26"/>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836">
          <p15:clr>
            <a:srgbClr val="F26B43"/>
          </p15:clr>
        </p15:guide>
        <p15:guide id="6" orient="horz" pos="245">
          <p15:clr>
            <a:srgbClr val="F26B43"/>
          </p15:clr>
        </p15:guide>
        <p15:guide id="7" pos="3840">
          <p15:clr>
            <a:srgbClr val="F26B43"/>
          </p15:clr>
        </p15:guide>
        <p15:guide id="8" pos="3899">
          <p15:clr>
            <a:srgbClr val="F26B43"/>
          </p15:clr>
        </p15:guide>
        <p15:guide id="9" pos="3783">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18.svg"/><Relationship Id="rId13" Type="http://schemas.openxmlformats.org/officeDocument/2006/relationships/diagramColors" Target="../diagrams/colors1.xml"/><Relationship Id="rId18" Type="http://schemas.openxmlformats.org/officeDocument/2006/relationships/image" Target="../media/image23.png"/><Relationship Id="rId3" Type="http://schemas.openxmlformats.org/officeDocument/2006/relationships/image" Target="../media/image13.svg"/><Relationship Id="rId21" Type="http://schemas.openxmlformats.org/officeDocument/2006/relationships/image" Target="../media/image26.png"/><Relationship Id="rId7" Type="http://schemas.openxmlformats.org/officeDocument/2006/relationships/image" Target="../media/image17.svg"/><Relationship Id="rId12" Type="http://schemas.openxmlformats.org/officeDocument/2006/relationships/diagramQuickStyle" Target="../diagrams/quickStyle1.xml"/><Relationship Id="rId17" Type="http://schemas.openxmlformats.org/officeDocument/2006/relationships/image" Target="../media/image22.png"/><Relationship Id="rId2" Type="http://schemas.openxmlformats.org/officeDocument/2006/relationships/image" Target="../media/image12.svg"/><Relationship Id="rId16" Type="http://schemas.openxmlformats.org/officeDocument/2006/relationships/image" Target="../media/image21.png"/><Relationship Id="rId20" Type="http://schemas.openxmlformats.org/officeDocument/2006/relationships/image" Target="../media/image25.png"/><Relationship Id="rId1" Type="http://schemas.openxmlformats.org/officeDocument/2006/relationships/slideLayout" Target="../slideLayouts/slideLayout21.xml"/><Relationship Id="rId6" Type="http://schemas.openxmlformats.org/officeDocument/2006/relationships/image" Target="../media/image16.svg"/><Relationship Id="rId11" Type="http://schemas.openxmlformats.org/officeDocument/2006/relationships/diagramLayout" Target="../diagrams/layout1.xml"/><Relationship Id="rId5" Type="http://schemas.openxmlformats.org/officeDocument/2006/relationships/image" Target="../media/image15.svg"/><Relationship Id="rId15" Type="http://schemas.openxmlformats.org/officeDocument/2006/relationships/image" Target="../media/image20.png"/><Relationship Id="rId10" Type="http://schemas.openxmlformats.org/officeDocument/2006/relationships/diagramData" Target="../diagrams/data1.xml"/><Relationship Id="rId19" Type="http://schemas.openxmlformats.org/officeDocument/2006/relationships/image" Target="../media/image24.png"/><Relationship Id="rId4" Type="http://schemas.openxmlformats.org/officeDocument/2006/relationships/image" Target="../media/image14.svg"/><Relationship Id="rId9" Type="http://schemas.openxmlformats.org/officeDocument/2006/relationships/image" Target="../media/image19.svg"/><Relationship Id="rId14" Type="http://schemas.microsoft.com/office/2007/relationships/diagramDrawing" Target="../diagrams/drawing1.xml"/></Relationships>
</file>

<file path=ppt/slides/_rels/slide3.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image" Target="../media/image27.png"/><Relationship Id="rId1" Type="http://schemas.openxmlformats.org/officeDocument/2006/relationships/slideLayout" Target="../slideLayouts/slideLayout21.xml"/><Relationship Id="rId5" Type="http://schemas.openxmlformats.org/officeDocument/2006/relationships/image" Target="../media/image30.png"/><Relationship Id="rId4"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Colorful oil painting of a sunset">
            <a:extLst>
              <a:ext uri="{FF2B5EF4-FFF2-40B4-BE49-F238E27FC236}">
                <a16:creationId xmlns:a16="http://schemas.microsoft.com/office/drawing/2014/main" id="{8DFEDBE9-31E7-44D9-B163-206E69C57B04}"/>
              </a:ext>
            </a:extLst>
          </p:cNvPr>
          <p:cNvPicPr>
            <a:picLocks noGrp="1" noChangeAspect="1"/>
          </p:cNvPicPr>
          <p:nvPr>
            <p:ph idx="1"/>
          </p:nvPr>
        </p:nvPicPr>
        <p:blipFill rotWithShape="1">
          <a:blip r:embed="rId2" cstate="email">
            <a:extLst>
              <a:ext uri="{28A0092B-C50C-407E-A947-70E740481C1C}">
                <a14:useLocalDpi xmlns:a14="http://schemas.microsoft.com/office/drawing/2010/main"/>
              </a:ext>
            </a:extLst>
          </a:blip>
          <a:srcRect/>
          <a:stretch/>
        </p:blipFill>
        <p:spPr>
          <a:xfrm>
            <a:off x="20" y="1282"/>
            <a:ext cx="12191980" cy="6856718"/>
          </a:xfrm>
          <a:prstGeom prst="rect">
            <a:avLst/>
          </a:prstGeom>
        </p:spPr>
      </p:pic>
      <p:sp>
        <p:nvSpPr>
          <p:cNvPr id="2" name="TextBox 1">
            <a:extLst>
              <a:ext uri="{FF2B5EF4-FFF2-40B4-BE49-F238E27FC236}">
                <a16:creationId xmlns:a16="http://schemas.microsoft.com/office/drawing/2014/main" id="{E928EE24-2574-89F7-8390-460374E9B460}"/>
              </a:ext>
            </a:extLst>
          </p:cNvPr>
          <p:cNvSpPr txBox="1"/>
          <p:nvPr/>
        </p:nvSpPr>
        <p:spPr>
          <a:xfrm>
            <a:off x="-549877" y="1623932"/>
            <a:ext cx="7722973" cy="523220"/>
          </a:xfrm>
          <a:prstGeom prst="rect">
            <a:avLst/>
          </a:prstGeom>
          <a:noFill/>
        </p:spPr>
        <p:txBody>
          <a:bodyPr wrap="square" rtlCol="0">
            <a:spAutoFit/>
          </a:bodyPr>
          <a:lstStyle/>
          <a:p>
            <a:pPr algn="ctr"/>
            <a:r>
              <a:rPr lang="en-US" sz="2800" dirty="0">
                <a:latin typeface="Ubuntu" panose="020B0504030602030204" pitchFamily="34" charset="0"/>
              </a:rPr>
              <a:t>Smart Analytics –AI for IT Ops</a:t>
            </a:r>
          </a:p>
        </p:txBody>
      </p:sp>
      <p:pic>
        <p:nvPicPr>
          <p:cNvPr id="7" name="Picture 6">
            <a:extLst>
              <a:ext uri="{FF2B5EF4-FFF2-40B4-BE49-F238E27FC236}">
                <a16:creationId xmlns:a16="http://schemas.microsoft.com/office/drawing/2014/main" id="{DD3DD030-D159-F7C4-BD9B-010976B9A288}"/>
              </a:ext>
            </a:extLst>
          </p:cNvPr>
          <p:cNvPicPr>
            <a:picLocks noChangeAspect="1"/>
          </p:cNvPicPr>
          <p:nvPr/>
        </p:nvPicPr>
        <p:blipFill>
          <a:blip r:embed="rId3"/>
          <a:stretch>
            <a:fillRect/>
          </a:stretch>
        </p:blipFill>
        <p:spPr>
          <a:xfrm>
            <a:off x="10623449" y="0"/>
            <a:ext cx="1568531" cy="381020"/>
          </a:xfrm>
          <a:prstGeom prst="rect">
            <a:avLst/>
          </a:prstGeom>
        </p:spPr>
      </p:pic>
      <p:sp>
        <p:nvSpPr>
          <p:cNvPr id="3" name="Title 8">
            <a:extLst>
              <a:ext uri="{FF2B5EF4-FFF2-40B4-BE49-F238E27FC236}">
                <a16:creationId xmlns:a16="http://schemas.microsoft.com/office/drawing/2014/main" id="{81B91956-80A9-B168-9CBF-45652ED51188}"/>
              </a:ext>
            </a:extLst>
          </p:cNvPr>
          <p:cNvSpPr txBox="1">
            <a:spLocks/>
          </p:cNvSpPr>
          <p:nvPr/>
        </p:nvSpPr>
        <p:spPr>
          <a:xfrm>
            <a:off x="1243935" y="2167748"/>
            <a:ext cx="5328029" cy="884944"/>
          </a:xfrm>
          <a:prstGeom prst="rect">
            <a:avLst/>
          </a:prstGeom>
        </p:spPr>
        <p:txBody>
          <a:bodyPr vert="horz" lIns="0" tIns="0" rIns="0" bIns="0" rtlCol="0" anchor="ctr">
            <a:normAutofit/>
          </a:bodyPr>
          <a:lstStyle>
            <a:lvl1pPr marL="0" marR="0" indent="0" algn="ctr" defTabSz="914400" rtl="0" eaLnBrk="1" fontAlgn="auto" latinLnBrk="0" hangingPunct="1">
              <a:lnSpc>
                <a:spcPct val="90000"/>
              </a:lnSpc>
              <a:spcBef>
                <a:spcPct val="0"/>
              </a:spcBef>
              <a:spcAft>
                <a:spcPts val="0"/>
              </a:spcAft>
              <a:buClrTx/>
              <a:buSzTx/>
              <a:buFontTx/>
              <a:buNone/>
              <a:tabLst/>
              <a:defRPr kumimoji="0" lang="en-US" sz="3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mj-lt"/>
                <a:ea typeface="Open Sans" pitchFamily="34" charset="0"/>
                <a:cs typeface="Open Sans" pitchFamily="34" charset="0"/>
              </a:defRPr>
            </a:lvl1pPr>
          </a:lstStyle>
          <a:p>
            <a:pPr marL="231775" indent="-231775" algn="l"/>
            <a:r>
              <a:rPr lang="en-US" sz="2000" b="1" dirty="0"/>
              <a:t>Applying AI for effective IT Operations</a:t>
            </a:r>
          </a:p>
        </p:txBody>
      </p:sp>
      <p:sp>
        <p:nvSpPr>
          <p:cNvPr id="8" name="TextBox 7">
            <a:extLst>
              <a:ext uri="{FF2B5EF4-FFF2-40B4-BE49-F238E27FC236}">
                <a16:creationId xmlns:a16="http://schemas.microsoft.com/office/drawing/2014/main" id="{D89784CA-0B73-6725-32F2-87E6B55E3CB3}"/>
              </a:ext>
            </a:extLst>
          </p:cNvPr>
          <p:cNvSpPr txBox="1"/>
          <p:nvPr/>
        </p:nvSpPr>
        <p:spPr>
          <a:xfrm>
            <a:off x="-298622" y="2811848"/>
            <a:ext cx="6394622" cy="369332"/>
          </a:xfrm>
          <a:prstGeom prst="rect">
            <a:avLst/>
          </a:prstGeom>
          <a:noFill/>
        </p:spPr>
        <p:txBody>
          <a:bodyPr wrap="square">
            <a:spAutoFit/>
          </a:bodyPr>
          <a:lstStyle/>
          <a:p>
            <a:pPr algn="ctr"/>
            <a:r>
              <a:rPr lang="en-US" sz="1800" dirty="0"/>
              <a:t>Oct 2023</a:t>
            </a:r>
            <a:endParaRPr lang="en-US" sz="2400" dirty="0"/>
          </a:p>
        </p:txBody>
      </p:sp>
    </p:spTree>
    <p:extLst>
      <p:ext uri="{BB962C8B-B14F-4D97-AF65-F5344CB8AC3E}">
        <p14:creationId xmlns:p14="http://schemas.microsoft.com/office/powerpoint/2010/main" val="6162358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32490F4-2BF0-439F-51CA-0FA0BC06A2AC}"/>
              </a:ext>
            </a:extLst>
          </p:cNvPr>
          <p:cNvSpPr/>
          <p:nvPr/>
        </p:nvSpPr>
        <p:spPr>
          <a:xfrm>
            <a:off x="331385" y="670686"/>
            <a:ext cx="11322554" cy="4334283"/>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sz="1600" dirty="0" err="1"/>
          </a:p>
        </p:txBody>
      </p:sp>
      <p:pic>
        <p:nvPicPr>
          <p:cNvPr id="57" name="Graphic 56">
            <a:extLst>
              <a:ext uri="{FF2B5EF4-FFF2-40B4-BE49-F238E27FC236}">
                <a16:creationId xmlns:a16="http://schemas.microsoft.com/office/drawing/2014/main" id="{47C8F686-EFCF-F3D4-E054-EE7418B69FF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095680" y="3497533"/>
            <a:ext cx="381163" cy="379638"/>
          </a:xfrm>
          <a:prstGeom prst="rect">
            <a:avLst/>
          </a:prstGeom>
        </p:spPr>
      </p:pic>
      <p:sp>
        <p:nvSpPr>
          <p:cNvPr id="59" name="Rectangle 58">
            <a:extLst>
              <a:ext uri="{FF2B5EF4-FFF2-40B4-BE49-F238E27FC236}">
                <a16:creationId xmlns:a16="http://schemas.microsoft.com/office/drawing/2014/main" id="{95EC03BE-B93A-30FA-3056-651B2A5FE878}"/>
              </a:ext>
            </a:extLst>
          </p:cNvPr>
          <p:cNvSpPr/>
          <p:nvPr/>
        </p:nvSpPr>
        <p:spPr>
          <a:xfrm>
            <a:off x="327259" y="5175793"/>
            <a:ext cx="2289829" cy="1332618"/>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marL="285750" indent="-285750" algn="ctr">
              <a:buFont typeface="Wingdings" panose="05000000000000000000" pitchFamily="2" charset="2"/>
              <a:buChar char="Ø"/>
            </a:pPr>
            <a:endParaRPr lang="en-US" sz="1050" dirty="0"/>
          </a:p>
          <a:p>
            <a:pPr marL="285750" indent="-285750" algn="ctr">
              <a:buFont typeface="Wingdings" panose="05000000000000000000" pitchFamily="2" charset="2"/>
              <a:buChar char="Ø"/>
            </a:pPr>
            <a:endParaRPr lang="en-US" sz="1050" dirty="0"/>
          </a:p>
          <a:p>
            <a:pPr marL="285750" indent="-285750" algn="ctr">
              <a:buFont typeface="Wingdings" panose="05000000000000000000" pitchFamily="2" charset="2"/>
              <a:buChar char="Ø"/>
            </a:pPr>
            <a:endParaRPr lang="en-US" sz="1050" dirty="0"/>
          </a:p>
          <a:p>
            <a:pPr marL="285750" indent="-285750" algn="ctr">
              <a:buFont typeface="Wingdings" panose="05000000000000000000" pitchFamily="2" charset="2"/>
              <a:buChar char="Ø"/>
            </a:pPr>
            <a:endParaRPr lang="en-US" sz="1050" dirty="0"/>
          </a:p>
          <a:p>
            <a:pPr marL="285750" indent="-285750" algn="ctr">
              <a:buFont typeface="Wingdings" panose="05000000000000000000" pitchFamily="2" charset="2"/>
              <a:buChar char="Ø"/>
            </a:pPr>
            <a:endParaRPr lang="en-US" sz="1050" dirty="0"/>
          </a:p>
          <a:p>
            <a:pPr marL="285750" indent="-285750" algn="ctr">
              <a:buFont typeface="Wingdings" panose="05000000000000000000" pitchFamily="2" charset="2"/>
              <a:buChar char="Ø"/>
            </a:pPr>
            <a:endParaRPr lang="en-US" sz="1050" dirty="0"/>
          </a:p>
          <a:p>
            <a:pPr marL="285750" indent="-285750" algn="ctr">
              <a:buFont typeface="Wingdings" panose="05000000000000000000" pitchFamily="2" charset="2"/>
              <a:buChar char="Ø"/>
            </a:pPr>
            <a:endParaRPr lang="en-US" sz="1050" dirty="0"/>
          </a:p>
          <a:p>
            <a:pPr marL="285750" indent="-285750">
              <a:buFont typeface="Wingdings" panose="05000000000000000000" pitchFamily="2" charset="2"/>
              <a:buChar char="Ø"/>
            </a:pPr>
            <a:r>
              <a:rPr lang="en-US" sz="1050" dirty="0"/>
              <a:t>Ticket Classification</a:t>
            </a:r>
          </a:p>
          <a:p>
            <a:pPr marL="285750" indent="-285750">
              <a:buFont typeface="Wingdings" panose="05000000000000000000" pitchFamily="2" charset="2"/>
              <a:buChar char="Ø"/>
            </a:pPr>
            <a:r>
              <a:rPr lang="en-US" sz="1050" dirty="0"/>
              <a:t>Ticket Resolution Prediction</a:t>
            </a:r>
          </a:p>
          <a:p>
            <a:pPr marL="285750" indent="-285750">
              <a:buFont typeface="Wingdings" panose="05000000000000000000" pitchFamily="2" charset="2"/>
              <a:buChar char="Ø"/>
            </a:pPr>
            <a:r>
              <a:rPr lang="en-US" sz="1050" dirty="0"/>
              <a:t>Content Recommendation</a:t>
            </a:r>
          </a:p>
          <a:p>
            <a:pPr algn="ctr"/>
            <a:endParaRPr lang="en-US" sz="1050" dirty="0"/>
          </a:p>
          <a:p>
            <a:pPr marL="285750" indent="-285750" algn="ctr">
              <a:buFont typeface="Wingdings" panose="05000000000000000000" pitchFamily="2" charset="2"/>
              <a:buChar char="Ø"/>
            </a:pPr>
            <a:endParaRPr lang="en-US" sz="1050" dirty="0"/>
          </a:p>
          <a:p>
            <a:pPr marL="285750" indent="-285750" algn="ctr">
              <a:buFont typeface="Wingdings" panose="05000000000000000000" pitchFamily="2" charset="2"/>
              <a:buChar char="Ø"/>
            </a:pPr>
            <a:endParaRPr lang="en-US" sz="1050" dirty="0"/>
          </a:p>
          <a:p>
            <a:pPr marL="285750" indent="-285750" algn="ctr">
              <a:buFont typeface="Wingdings" panose="05000000000000000000" pitchFamily="2" charset="2"/>
              <a:buChar char="Ø"/>
            </a:pPr>
            <a:endParaRPr lang="en-US" sz="1050" dirty="0"/>
          </a:p>
          <a:p>
            <a:pPr marL="285750" indent="-285750" algn="ctr">
              <a:buFont typeface="Wingdings" panose="05000000000000000000" pitchFamily="2" charset="2"/>
              <a:buChar char="Ø"/>
            </a:pPr>
            <a:endParaRPr lang="en-US" sz="1600" dirty="0" err="1"/>
          </a:p>
        </p:txBody>
      </p:sp>
      <p:sp>
        <p:nvSpPr>
          <p:cNvPr id="60" name="Rectangle 59">
            <a:extLst>
              <a:ext uri="{FF2B5EF4-FFF2-40B4-BE49-F238E27FC236}">
                <a16:creationId xmlns:a16="http://schemas.microsoft.com/office/drawing/2014/main" id="{0286B17C-7E77-60F1-D395-F246F061FEE2}"/>
              </a:ext>
            </a:extLst>
          </p:cNvPr>
          <p:cNvSpPr/>
          <p:nvPr/>
        </p:nvSpPr>
        <p:spPr>
          <a:xfrm>
            <a:off x="4627859" y="5144932"/>
            <a:ext cx="2567843" cy="1378842"/>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marL="285750" indent="-285750">
              <a:buFont typeface="Wingdings" panose="05000000000000000000" pitchFamily="2" charset="2"/>
              <a:buChar char="Ø"/>
            </a:pPr>
            <a:endParaRPr lang="en-US" sz="1100" dirty="0">
              <a:solidFill>
                <a:schemeClr val="dk1"/>
              </a:solidFill>
            </a:endParaRPr>
          </a:p>
          <a:p>
            <a:pPr marL="285750" indent="-285750">
              <a:buFont typeface="Wingdings" panose="05000000000000000000" pitchFamily="2" charset="2"/>
              <a:buChar char="Ø"/>
            </a:pPr>
            <a:endParaRPr lang="en-US" sz="1100" dirty="0"/>
          </a:p>
          <a:p>
            <a:pPr marL="285750" indent="-285750">
              <a:buFont typeface="Wingdings" panose="05000000000000000000" pitchFamily="2" charset="2"/>
              <a:buChar char="Ø"/>
            </a:pPr>
            <a:r>
              <a:rPr lang="en-US" sz="1100" dirty="0">
                <a:solidFill>
                  <a:schemeClr val="dk1"/>
                </a:solidFill>
              </a:rPr>
              <a:t>Automated Case handling</a:t>
            </a:r>
          </a:p>
          <a:p>
            <a:pPr marL="285750" indent="-285750">
              <a:buFont typeface="Wingdings" panose="05000000000000000000" pitchFamily="2" charset="2"/>
              <a:buChar char="Ø"/>
            </a:pPr>
            <a:r>
              <a:rPr lang="en-US" sz="1100" dirty="0"/>
              <a:t>Reassignment tracking</a:t>
            </a:r>
          </a:p>
          <a:p>
            <a:pPr marL="285750" indent="-285750" algn="ctr">
              <a:buFont typeface="Wingdings" panose="05000000000000000000" pitchFamily="2" charset="2"/>
              <a:buChar char="Ø"/>
            </a:pPr>
            <a:endParaRPr lang="en-US" sz="1100" dirty="0">
              <a:solidFill>
                <a:schemeClr val="dk1"/>
              </a:solidFill>
            </a:endParaRPr>
          </a:p>
        </p:txBody>
      </p:sp>
      <p:sp>
        <p:nvSpPr>
          <p:cNvPr id="61" name="Rectangle 60">
            <a:extLst>
              <a:ext uri="{FF2B5EF4-FFF2-40B4-BE49-F238E27FC236}">
                <a16:creationId xmlns:a16="http://schemas.microsoft.com/office/drawing/2014/main" id="{27538E24-C749-CAB1-24AB-E692F03421C3}"/>
              </a:ext>
            </a:extLst>
          </p:cNvPr>
          <p:cNvSpPr/>
          <p:nvPr/>
        </p:nvSpPr>
        <p:spPr>
          <a:xfrm>
            <a:off x="9378564" y="5145866"/>
            <a:ext cx="2289829" cy="1332618"/>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marL="285750" indent="-285750" algn="ctr">
              <a:buFont typeface="Wingdings" panose="05000000000000000000" pitchFamily="2" charset="2"/>
              <a:buChar char="Ø"/>
            </a:pPr>
            <a:endParaRPr lang="en-US" sz="1200" dirty="0">
              <a:solidFill>
                <a:schemeClr val="dk1"/>
              </a:solidFill>
            </a:endParaRPr>
          </a:p>
          <a:p>
            <a:pPr marL="285750" indent="-285750" algn="ctr">
              <a:buFont typeface="Wingdings" panose="05000000000000000000" pitchFamily="2" charset="2"/>
              <a:buChar char="Ø"/>
            </a:pPr>
            <a:endParaRPr lang="en-US" sz="1200" dirty="0"/>
          </a:p>
          <a:p>
            <a:pPr marL="285750" indent="-285750" algn="ctr">
              <a:buFont typeface="Wingdings" panose="05000000000000000000" pitchFamily="2" charset="2"/>
              <a:buChar char="Ø"/>
            </a:pPr>
            <a:endParaRPr lang="en-US" sz="1200" dirty="0">
              <a:solidFill>
                <a:schemeClr val="dk1"/>
              </a:solidFill>
            </a:endParaRPr>
          </a:p>
          <a:p>
            <a:pPr marL="171450" indent="-171450">
              <a:buFont typeface="Wingdings" panose="05000000000000000000" pitchFamily="2" charset="2"/>
              <a:buChar char="Ø"/>
            </a:pPr>
            <a:r>
              <a:rPr lang="en-US" sz="1200" dirty="0">
                <a:solidFill>
                  <a:schemeClr val="dk1"/>
                </a:solidFill>
              </a:rPr>
              <a:t> Issue Theme Detection</a:t>
            </a:r>
          </a:p>
          <a:p>
            <a:pPr marL="171450" indent="-171450">
              <a:buFont typeface="Wingdings" panose="05000000000000000000" pitchFamily="2" charset="2"/>
              <a:buChar char="Ø"/>
            </a:pPr>
            <a:r>
              <a:rPr lang="en-US" sz="1200" dirty="0"/>
              <a:t>Sentiment Analysis</a:t>
            </a:r>
            <a:endParaRPr lang="en-US" sz="1200" dirty="0">
              <a:solidFill>
                <a:schemeClr val="dk1"/>
              </a:solidFill>
            </a:endParaRPr>
          </a:p>
          <a:p>
            <a:pPr marL="285750" indent="-285750" algn="ctr">
              <a:buFont typeface="Wingdings" panose="05000000000000000000" pitchFamily="2" charset="2"/>
              <a:buChar char="Ø"/>
            </a:pPr>
            <a:endParaRPr lang="en-US" sz="1200" dirty="0">
              <a:solidFill>
                <a:schemeClr val="dk1"/>
              </a:solidFill>
            </a:endParaRPr>
          </a:p>
          <a:p>
            <a:pPr marL="285750" indent="-285750" algn="ctr">
              <a:buFont typeface="Wingdings" panose="05000000000000000000" pitchFamily="2" charset="2"/>
              <a:buChar char="Ø"/>
            </a:pPr>
            <a:endParaRPr lang="en-US" sz="1600" dirty="0" err="1">
              <a:solidFill>
                <a:schemeClr val="dk1"/>
              </a:solidFill>
            </a:endParaRPr>
          </a:p>
        </p:txBody>
      </p:sp>
      <p:sp>
        <p:nvSpPr>
          <p:cNvPr id="65" name="Rectangle 64">
            <a:extLst>
              <a:ext uri="{FF2B5EF4-FFF2-40B4-BE49-F238E27FC236}">
                <a16:creationId xmlns:a16="http://schemas.microsoft.com/office/drawing/2014/main" id="{6198EC04-724C-8D7D-DBC7-2EBDE9D7B9F3}"/>
              </a:ext>
            </a:extLst>
          </p:cNvPr>
          <p:cNvSpPr/>
          <p:nvPr/>
        </p:nvSpPr>
        <p:spPr>
          <a:xfrm>
            <a:off x="327259" y="5175792"/>
            <a:ext cx="2289829" cy="336433"/>
          </a:xfrm>
          <a:prstGeom prst="rect">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r>
              <a:rPr lang="en-US" sz="1200" b="1" dirty="0"/>
              <a:t>Issue Resolution</a:t>
            </a:r>
          </a:p>
        </p:txBody>
      </p:sp>
      <p:sp>
        <p:nvSpPr>
          <p:cNvPr id="66" name="Rectangle 65">
            <a:extLst>
              <a:ext uri="{FF2B5EF4-FFF2-40B4-BE49-F238E27FC236}">
                <a16:creationId xmlns:a16="http://schemas.microsoft.com/office/drawing/2014/main" id="{B2A6E484-AB79-9980-715B-FF3C16289785}"/>
              </a:ext>
            </a:extLst>
          </p:cNvPr>
          <p:cNvSpPr/>
          <p:nvPr/>
        </p:nvSpPr>
        <p:spPr>
          <a:xfrm>
            <a:off x="4627859" y="5162854"/>
            <a:ext cx="2567843" cy="349371"/>
          </a:xfrm>
          <a:prstGeom prst="rect">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r>
              <a:rPr lang="en-US" sz="1200" b="1" dirty="0"/>
              <a:t>Ticket Management</a:t>
            </a:r>
          </a:p>
        </p:txBody>
      </p:sp>
      <p:sp>
        <p:nvSpPr>
          <p:cNvPr id="67" name="Rectangle 66">
            <a:extLst>
              <a:ext uri="{FF2B5EF4-FFF2-40B4-BE49-F238E27FC236}">
                <a16:creationId xmlns:a16="http://schemas.microsoft.com/office/drawing/2014/main" id="{AD7E9D62-C930-B336-2D63-FBED00C4C182}"/>
              </a:ext>
            </a:extLst>
          </p:cNvPr>
          <p:cNvSpPr/>
          <p:nvPr/>
        </p:nvSpPr>
        <p:spPr>
          <a:xfrm>
            <a:off x="9378564" y="5159975"/>
            <a:ext cx="2289829" cy="336433"/>
          </a:xfrm>
          <a:prstGeom prst="rect">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r>
              <a:rPr lang="en-US" sz="1200" b="1" dirty="0"/>
              <a:t>Voice of End-User</a:t>
            </a:r>
          </a:p>
        </p:txBody>
      </p:sp>
      <p:sp>
        <p:nvSpPr>
          <p:cNvPr id="70" name="TextBox 69">
            <a:extLst>
              <a:ext uri="{FF2B5EF4-FFF2-40B4-BE49-F238E27FC236}">
                <a16:creationId xmlns:a16="http://schemas.microsoft.com/office/drawing/2014/main" id="{AC716EA8-7163-3AE5-659B-A121A2DB7B35}"/>
              </a:ext>
            </a:extLst>
          </p:cNvPr>
          <p:cNvSpPr txBox="1"/>
          <p:nvPr/>
        </p:nvSpPr>
        <p:spPr>
          <a:xfrm>
            <a:off x="-45411" y="-3575"/>
            <a:ext cx="6559151" cy="369332"/>
          </a:xfrm>
          <a:prstGeom prst="rect">
            <a:avLst/>
          </a:prstGeom>
          <a:noFill/>
        </p:spPr>
        <p:txBody>
          <a:bodyPr wrap="square" rtlCol="0">
            <a:spAutoFit/>
          </a:bodyPr>
          <a:lstStyle/>
          <a:p>
            <a:r>
              <a:rPr lang="en-US" sz="1800" b="1" dirty="0"/>
              <a:t>JIRA AUTOMATION ARCHITECTURE DIAGRAM</a:t>
            </a:r>
            <a:endParaRPr lang="en-US" dirty="0"/>
          </a:p>
        </p:txBody>
      </p:sp>
      <p:grpSp>
        <p:nvGrpSpPr>
          <p:cNvPr id="6" name="Group 5">
            <a:extLst>
              <a:ext uri="{FF2B5EF4-FFF2-40B4-BE49-F238E27FC236}">
                <a16:creationId xmlns:a16="http://schemas.microsoft.com/office/drawing/2014/main" id="{4885A2A2-E788-5AD2-5556-590E879A075C}"/>
              </a:ext>
            </a:extLst>
          </p:cNvPr>
          <p:cNvGrpSpPr/>
          <p:nvPr/>
        </p:nvGrpSpPr>
        <p:grpSpPr>
          <a:xfrm>
            <a:off x="538061" y="1007320"/>
            <a:ext cx="10993003" cy="3691241"/>
            <a:chOff x="538061" y="1007320"/>
            <a:chExt cx="10993003" cy="3691241"/>
          </a:xfrm>
        </p:grpSpPr>
        <p:grpSp>
          <p:nvGrpSpPr>
            <p:cNvPr id="9" name="Group 8">
              <a:extLst>
                <a:ext uri="{FF2B5EF4-FFF2-40B4-BE49-F238E27FC236}">
                  <a16:creationId xmlns:a16="http://schemas.microsoft.com/office/drawing/2014/main" id="{C6F03717-8E35-8119-507A-E6D5CB55CFA3}"/>
                </a:ext>
              </a:extLst>
            </p:cNvPr>
            <p:cNvGrpSpPr/>
            <p:nvPr/>
          </p:nvGrpSpPr>
          <p:grpSpPr>
            <a:xfrm>
              <a:off x="556977" y="1313396"/>
              <a:ext cx="10974087" cy="3385165"/>
              <a:chOff x="-113131" y="1977743"/>
              <a:chExt cx="11616749" cy="3385165"/>
            </a:xfrm>
          </p:grpSpPr>
          <p:cxnSp>
            <p:nvCxnSpPr>
              <p:cNvPr id="10" name="Connector: Elbow 9">
                <a:extLst>
                  <a:ext uri="{FF2B5EF4-FFF2-40B4-BE49-F238E27FC236}">
                    <a16:creationId xmlns:a16="http://schemas.microsoft.com/office/drawing/2014/main" id="{6A8751A5-52B5-BFA8-3632-E0C882E55085}"/>
                  </a:ext>
                </a:extLst>
              </p:cNvPr>
              <p:cNvCxnSpPr>
                <a:cxnSpLocks/>
              </p:cNvCxnSpPr>
              <p:nvPr/>
            </p:nvCxnSpPr>
            <p:spPr>
              <a:xfrm rot="5400000" flipH="1">
                <a:off x="4088737" y="3091740"/>
                <a:ext cx="188563" cy="3285487"/>
              </a:xfrm>
              <a:prstGeom prst="bentConnector3">
                <a:avLst>
                  <a:gd name="adj1" fmla="val -121233"/>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11" name="Group 10">
                <a:extLst>
                  <a:ext uri="{FF2B5EF4-FFF2-40B4-BE49-F238E27FC236}">
                    <a16:creationId xmlns:a16="http://schemas.microsoft.com/office/drawing/2014/main" id="{433F8C8F-CA35-A3C5-E48D-19F24A317B3E}"/>
                  </a:ext>
                </a:extLst>
              </p:cNvPr>
              <p:cNvGrpSpPr/>
              <p:nvPr/>
            </p:nvGrpSpPr>
            <p:grpSpPr>
              <a:xfrm>
                <a:off x="0" y="1977743"/>
                <a:ext cx="11503618" cy="3385165"/>
                <a:chOff x="57665" y="1958825"/>
                <a:chExt cx="11503618" cy="3385165"/>
              </a:xfrm>
            </p:grpSpPr>
            <p:sp>
              <p:nvSpPr>
                <p:cNvPr id="13" name="Rectangle 12">
                  <a:extLst>
                    <a:ext uri="{FF2B5EF4-FFF2-40B4-BE49-F238E27FC236}">
                      <a16:creationId xmlns:a16="http://schemas.microsoft.com/office/drawing/2014/main" id="{F45D252C-9ED2-F1DD-60D4-2F33858CE82A}"/>
                    </a:ext>
                  </a:extLst>
                </p:cNvPr>
                <p:cNvSpPr/>
                <p:nvPr/>
              </p:nvSpPr>
              <p:spPr bwMode="gray">
                <a:xfrm>
                  <a:off x="2125290" y="5190102"/>
                  <a:ext cx="849564" cy="153888"/>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a:spAutoFit/>
                </a:bodyPr>
                <a:lstStyle/>
                <a:p>
                  <a:pPr algn="ctr"/>
                  <a:r>
                    <a:rPr lang="en-US" sz="1000" b="1" dirty="0"/>
                    <a:t>Landing Area</a:t>
                  </a:r>
                </a:p>
              </p:txBody>
            </p:sp>
            <p:grpSp>
              <p:nvGrpSpPr>
                <p:cNvPr id="14" name="Group 13">
                  <a:extLst>
                    <a:ext uri="{FF2B5EF4-FFF2-40B4-BE49-F238E27FC236}">
                      <a16:creationId xmlns:a16="http://schemas.microsoft.com/office/drawing/2014/main" id="{A90F7C9C-D21A-0001-A2A8-4DE4E48580DD}"/>
                    </a:ext>
                  </a:extLst>
                </p:cNvPr>
                <p:cNvGrpSpPr/>
                <p:nvPr/>
              </p:nvGrpSpPr>
              <p:grpSpPr>
                <a:xfrm>
                  <a:off x="57665" y="2196578"/>
                  <a:ext cx="2217722" cy="1762291"/>
                  <a:chOff x="57665" y="2196578"/>
                  <a:chExt cx="2217722" cy="1762291"/>
                </a:xfrm>
              </p:grpSpPr>
              <p:sp>
                <p:nvSpPr>
                  <p:cNvPr id="44" name="Google Shape;93;p7">
                    <a:extLst>
                      <a:ext uri="{FF2B5EF4-FFF2-40B4-BE49-F238E27FC236}">
                        <a16:creationId xmlns:a16="http://schemas.microsoft.com/office/drawing/2014/main" id="{7AB8EA46-610A-F617-C74C-82F534694E6F}"/>
                      </a:ext>
                    </a:extLst>
                  </p:cNvPr>
                  <p:cNvSpPr/>
                  <p:nvPr/>
                </p:nvSpPr>
                <p:spPr bwMode="gray">
                  <a:xfrm>
                    <a:off x="1052412" y="3670838"/>
                    <a:ext cx="243691" cy="288031"/>
                  </a:xfrm>
                  <a:custGeom>
                    <a:avLst/>
                    <a:gdLst/>
                    <a:ahLst/>
                    <a:cxnLst/>
                    <a:rect l="l" t="t" r="r" b="b"/>
                    <a:pathLst>
                      <a:path w="8560" h="8965" extrusionOk="0">
                        <a:moveTo>
                          <a:pt x="6890" y="6397"/>
                        </a:moveTo>
                        <a:lnTo>
                          <a:pt x="6890" y="6397"/>
                        </a:lnTo>
                        <a:lnTo>
                          <a:pt x="6869" y="6226"/>
                        </a:lnTo>
                        <a:lnTo>
                          <a:pt x="6826" y="6034"/>
                        </a:lnTo>
                        <a:lnTo>
                          <a:pt x="6762" y="5670"/>
                        </a:lnTo>
                        <a:lnTo>
                          <a:pt x="6762" y="5670"/>
                        </a:lnTo>
                        <a:lnTo>
                          <a:pt x="6719" y="5563"/>
                        </a:lnTo>
                        <a:lnTo>
                          <a:pt x="6698" y="5520"/>
                        </a:lnTo>
                        <a:lnTo>
                          <a:pt x="6676" y="5477"/>
                        </a:lnTo>
                        <a:lnTo>
                          <a:pt x="6633" y="5477"/>
                        </a:lnTo>
                        <a:lnTo>
                          <a:pt x="6591" y="5477"/>
                        </a:lnTo>
                        <a:lnTo>
                          <a:pt x="6569" y="5520"/>
                        </a:lnTo>
                        <a:lnTo>
                          <a:pt x="6526" y="5606"/>
                        </a:lnTo>
                        <a:lnTo>
                          <a:pt x="6526" y="5606"/>
                        </a:lnTo>
                        <a:lnTo>
                          <a:pt x="6569" y="5713"/>
                        </a:lnTo>
                        <a:lnTo>
                          <a:pt x="6569" y="5820"/>
                        </a:lnTo>
                        <a:lnTo>
                          <a:pt x="6569" y="5820"/>
                        </a:lnTo>
                        <a:lnTo>
                          <a:pt x="6505" y="6076"/>
                        </a:lnTo>
                        <a:lnTo>
                          <a:pt x="6505" y="6076"/>
                        </a:lnTo>
                        <a:lnTo>
                          <a:pt x="6462" y="6312"/>
                        </a:lnTo>
                        <a:lnTo>
                          <a:pt x="6462" y="6312"/>
                        </a:lnTo>
                        <a:lnTo>
                          <a:pt x="6419" y="6526"/>
                        </a:lnTo>
                        <a:lnTo>
                          <a:pt x="6419" y="6718"/>
                        </a:lnTo>
                        <a:lnTo>
                          <a:pt x="6419" y="7125"/>
                        </a:lnTo>
                        <a:lnTo>
                          <a:pt x="6441" y="7531"/>
                        </a:lnTo>
                        <a:lnTo>
                          <a:pt x="6419" y="7724"/>
                        </a:lnTo>
                        <a:lnTo>
                          <a:pt x="6398" y="7938"/>
                        </a:lnTo>
                        <a:lnTo>
                          <a:pt x="6398" y="7938"/>
                        </a:lnTo>
                        <a:lnTo>
                          <a:pt x="6377" y="8088"/>
                        </a:lnTo>
                        <a:lnTo>
                          <a:pt x="6334" y="8237"/>
                        </a:lnTo>
                        <a:lnTo>
                          <a:pt x="6291" y="8302"/>
                        </a:lnTo>
                        <a:lnTo>
                          <a:pt x="6248" y="8344"/>
                        </a:lnTo>
                        <a:lnTo>
                          <a:pt x="6184" y="8387"/>
                        </a:lnTo>
                        <a:lnTo>
                          <a:pt x="6120" y="8387"/>
                        </a:lnTo>
                        <a:lnTo>
                          <a:pt x="6120" y="8387"/>
                        </a:lnTo>
                        <a:lnTo>
                          <a:pt x="5970" y="8387"/>
                        </a:lnTo>
                        <a:lnTo>
                          <a:pt x="5799" y="8344"/>
                        </a:lnTo>
                        <a:lnTo>
                          <a:pt x="5649" y="8323"/>
                        </a:lnTo>
                        <a:lnTo>
                          <a:pt x="5478" y="8302"/>
                        </a:lnTo>
                        <a:lnTo>
                          <a:pt x="5478" y="8302"/>
                        </a:lnTo>
                        <a:lnTo>
                          <a:pt x="4686" y="8280"/>
                        </a:lnTo>
                        <a:lnTo>
                          <a:pt x="3895" y="8302"/>
                        </a:lnTo>
                        <a:lnTo>
                          <a:pt x="3895" y="8302"/>
                        </a:lnTo>
                        <a:lnTo>
                          <a:pt x="3146" y="8387"/>
                        </a:lnTo>
                        <a:lnTo>
                          <a:pt x="2911" y="8409"/>
                        </a:lnTo>
                        <a:lnTo>
                          <a:pt x="2718" y="8409"/>
                        </a:lnTo>
                        <a:lnTo>
                          <a:pt x="2568" y="8387"/>
                        </a:lnTo>
                        <a:lnTo>
                          <a:pt x="2504" y="8344"/>
                        </a:lnTo>
                        <a:lnTo>
                          <a:pt x="2483" y="8323"/>
                        </a:lnTo>
                        <a:lnTo>
                          <a:pt x="2483" y="8323"/>
                        </a:lnTo>
                        <a:lnTo>
                          <a:pt x="2483" y="8280"/>
                        </a:lnTo>
                        <a:lnTo>
                          <a:pt x="2483" y="8216"/>
                        </a:lnTo>
                        <a:lnTo>
                          <a:pt x="2504" y="8173"/>
                        </a:lnTo>
                        <a:lnTo>
                          <a:pt x="2504" y="8152"/>
                        </a:lnTo>
                        <a:lnTo>
                          <a:pt x="2483" y="8109"/>
                        </a:lnTo>
                        <a:lnTo>
                          <a:pt x="2483" y="8109"/>
                        </a:lnTo>
                        <a:lnTo>
                          <a:pt x="2418" y="8088"/>
                        </a:lnTo>
                        <a:lnTo>
                          <a:pt x="2376" y="8109"/>
                        </a:lnTo>
                        <a:lnTo>
                          <a:pt x="2290" y="8195"/>
                        </a:lnTo>
                        <a:lnTo>
                          <a:pt x="2290" y="8195"/>
                        </a:lnTo>
                        <a:lnTo>
                          <a:pt x="2162" y="8302"/>
                        </a:lnTo>
                        <a:lnTo>
                          <a:pt x="2098" y="8366"/>
                        </a:lnTo>
                        <a:lnTo>
                          <a:pt x="2033" y="8409"/>
                        </a:lnTo>
                        <a:lnTo>
                          <a:pt x="2033" y="8409"/>
                        </a:lnTo>
                        <a:lnTo>
                          <a:pt x="1969" y="8387"/>
                        </a:lnTo>
                        <a:lnTo>
                          <a:pt x="1926" y="8366"/>
                        </a:lnTo>
                        <a:lnTo>
                          <a:pt x="1905" y="8323"/>
                        </a:lnTo>
                        <a:lnTo>
                          <a:pt x="1862" y="8280"/>
                        </a:lnTo>
                        <a:lnTo>
                          <a:pt x="1862" y="8280"/>
                        </a:lnTo>
                        <a:lnTo>
                          <a:pt x="1819" y="8216"/>
                        </a:lnTo>
                        <a:lnTo>
                          <a:pt x="1777" y="8152"/>
                        </a:lnTo>
                        <a:lnTo>
                          <a:pt x="1755" y="8152"/>
                        </a:lnTo>
                        <a:lnTo>
                          <a:pt x="1734" y="8152"/>
                        </a:lnTo>
                        <a:lnTo>
                          <a:pt x="1627" y="8216"/>
                        </a:lnTo>
                        <a:lnTo>
                          <a:pt x="1627" y="8216"/>
                        </a:lnTo>
                        <a:lnTo>
                          <a:pt x="1605" y="8237"/>
                        </a:lnTo>
                        <a:lnTo>
                          <a:pt x="1584" y="8280"/>
                        </a:lnTo>
                        <a:lnTo>
                          <a:pt x="1584" y="8323"/>
                        </a:lnTo>
                        <a:lnTo>
                          <a:pt x="1563" y="8344"/>
                        </a:lnTo>
                        <a:lnTo>
                          <a:pt x="1563" y="8344"/>
                        </a:lnTo>
                        <a:lnTo>
                          <a:pt x="1456" y="8387"/>
                        </a:lnTo>
                        <a:lnTo>
                          <a:pt x="1370" y="8409"/>
                        </a:lnTo>
                        <a:lnTo>
                          <a:pt x="1327" y="8409"/>
                        </a:lnTo>
                        <a:lnTo>
                          <a:pt x="1306" y="8387"/>
                        </a:lnTo>
                        <a:lnTo>
                          <a:pt x="1285" y="8344"/>
                        </a:lnTo>
                        <a:lnTo>
                          <a:pt x="1263" y="8280"/>
                        </a:lnTo>
                        <a:lnTo>
                          <a:pt x="1263" y="8280"/>
                        </a:lnTo>
                        <a:lnTo>
                          <a:pt x="1263" y="8237"/>
                        </a:lnTo>
                        <a:lnTo>
                          <a:pt x="1306" y="8173"/>
                        </a:lnTo>
                        <a:lnTo>
                          <a:pt x="1370" y="7981"/>
                        </a:lnTo>
                        <a:lnTo>
                          <a:pt x="1391" y="7895"/>
                        </a:lnTo>
                        <a:lnTo>
                          <a:pt x="1413" y="7831"/>
                        </a:lnTo>
                        <a:lnTo>
                          <a:pt x="1370" y="7767"/>
                        </a:lnTo>
                        <a:lnTo>
                          <a:pt x="1306" y="7745"/>
                        </a:lnTo>
                        <a:lnTo>
                          <a:pt x="1306" y="7745"/>
                        </a:lnTo>
                        <a:lnTo>
                          <a:pt x="1263" y="7745"/>
                        </a:lnTo>
                        <a:lnTo>
                          <a:pt x="1199" y="7788"/>
                        </a:lnTo>
                        <a:lnTo>
                          <a:pt x="1092" y="7916"/>
                        </a:lnTo>
                        <a:lnTo>
                          <a:pt x="1006" y="8045"/>
                        </a:lnTo>
                        <a:lnTo>
                          <a:pt x="942" y="8152"/>
                        </a:lnTo>
                        <a:lnTo>
                          <a:pt x="942" y="8152"/>
                        </a:lnTo>
                        <a:lnTo>
                          <a:pt x="899" y="8259"/>
                        </a:lnTo>
                        <a:lnTo>
                          <a:pt x="857" y="8344"/>
                        </a:lnTo>
                        <a:lnTo>
                          <a:pt x="814" y="8387"/>
                        </a:lnTo>
                        <a:lnTo>
                          <a:pt x="771" y="8409"/>
                        </a:lnTo>
                        <a:lnTo>
                          <a:pt x="728" y="8409"/>
                        </a:lnTo>
                        <a:lnTo>
                          <a:pt x="664" y="8366"/>
                        </a:lnTo>
                        <a:lnTo>
                          <a:pt x="664" y="8366"/>
                        </a:lnTo>
                        <a:lnTo>
                          <a:pt x="621" y="8323"/>
                        </a:lnTo>
                        <a:lnTo>
                          <a:pt x="621" y="8259"/>
                        </a:lnTo>
                        <a:lnTo>
                          <a:pt x="621" y="8216"/>
                        </a:lnTo>
                        <a:lnTo>
                          <a:pt x="643" y="8152"/>
                        </a:lnTo>
                        <a:lnTo>
                          <a:pt x="728" y="7916"/>
                        </a:lnTo>
                        <a:lnTo>
                          <a:pt x="728" y="7916"/>
                        </a:lnTo>
                        <a:lnTo>
                          <a:pt x="771" y="7788"/>
                        </a:lnTo>
                        <a:lnTo>
                          <a:pt x="771" y="7724"/>
                        </a:lnTo>
                        <a:lnTo>
                          <a:pt x="750" y="7660"/>
                        </a:lnTo>
                        <a:lnTo>
                          <a:pt x="750" y="7660"/>
                        </a:lnTo>
                        <a:lnTo>
                          <a:pt x="728" y="7638"/>
                        </a:lnTo>
                        <a:lnTo>
                          <a:pt x="664" y="7617"/>
                        </a:lnTo>
                        <a:lnTo>
                          <a:pt x="621" y="7596"/>
                        </a:lnTo>
                        <a:lnTo>
                          <a:pt x="600" y="7574"/>
                        </a:lnTo>
                        <a:lnTo>
                          <a:pt x="600" y="7574"/>
                        </a:lnTo>
                        <a:lnTo>
                          <a:pt x="578" y="7531"/>
                        </a:lnTo>
                        <a:lnTo>
                          <a:pt x="557" y="7467"/>
                        </a:lnTo>
                        <a:lnTo>
                          <a:pt x="557" y="7317"/>
                        </a:lnTo>
                        <a:lnTo>
                          <a:pt x="578" y="7039"/>
                        </a:lnTo>
                        <a:lnTo>
                          <a:pt x="578" y="7039"/>
                        </a:lnTo>
                        <a:lnTo>
                          <a:pt x="600" y="6697"/>
                        </a:lnTo>
                        <a:lnTo>
                          <a:pt x="643" y="6376"/>
                        </a:lnTo>
                        <a:lnTo>
                          <a:pt x="664" y="6055"/>
                        </a:lnTo>
                        <a:lnTo>
                          <a:pt x="664" y="5884"/>
                        </a:lnTo>
                        <a:lnTo>
                          <a:pt x="664" y="5734"/>
                        </a:lnTo>
                        <a:lnTo>
                          <a:pt x="664" y="5734"/>
                        </a:lnTo>
                        <a:lnTo>
                          <a:pt x="621" y="5349"/>
                        </a:lnTo>
                        <a:lnTo>
                          <a:pt x="600" y="4964"/>
                        </a:lnTo>
                        <a:lnTo>
                          <a:pt x="578" y="4194"/>
                        </a:lnTo>
                        <a:lnTo>
                          <a:pt x="600" y="3402"/>
                        </a:lnTo>
                        <a:lnTo>
                          <a:pt x="600" y="2632"/>
                        </a:lnTo>
                        <a:lnTo>
                          <a:pt x="600" y="2632"/>
                        </a:lnTo>
                        <a:lnTo>
                          <a:pt x="578" y="2461"/>
                        </a:lnTo>
                        <a:lnTo>
                          <a:pt x="600" y="2332"/>
                        </a:lnTo>
                        <a:lnTo>
                          <a:pt x="621" y="2289"/>
                        </a:lnTo>
                        <a:lnTo>
                          <a:pt x="664" y="2268"/>
                        </a:lnTo>
                        <a:lnTo>
                          <a:pt x="728" y="2247"/>
                        </a:lnTo>
                        <a:lnTo>
                          <a:pt x="835" y="2225"/>
                        </a:lnTo>
                        <a:lnTo>
                          <a:pt x="835" y="2225"/>
                        </a:lnTo>
                        <a:lnTo>
                          <a:pt x="1456" y="2182"/>
                        </a:lnTo>
                        <a:lnTo>
                          <a:pt x="1456" y="2182"/>
                        </a:lnTo>
                        <a:lnTo>
                          <a:pt x="1755" y="2161"/>
                        </a:lnTo>
                        <a:lnTo>
                          <a:pt x="1905" y="2118"/>
                        </a:lnTo>
                        <a:lnTo>
                          <a:pt x="2033" y="2075"/>
                        </a:lnTo>
                        <a:lnTo>
                          <a:pt x="2033" y="2075"/>
                        </a:lnTo>
                        <a:lnTo>
                          <a:pt x="2076" y="2011"/>
                        </a:lnTo>
                        <a:lnTo>
                          <a:pt x="2119" y="1968"/>
                        </a:lnTo>
                        <a:lnTo>
                          <a:pt x="2140" y="1904"/>
                        </a:lnTo>
                        <a:lnTo>
                          <a:pt x="2162" y="1840"/>
                        </a:lnTo>
                        <a:lnTo>
                          <a:pt x="2162" y="1690"/>
                        </a:lnTo>
                        <a:lnTo>
                          <a:pt x="2140" y="1541"/>
                        </a:lnTo>
                        <a:lnTo>
                          <a:pt x="2140" y="1541"/>
                        </a:lnTo>
                        <a:lnTo>
                          <a:pt x="2076" y="1177"/>
                        </a:lnTo>
                        <a:lnTo>
                          <a:pt x="2012" y="813"/>
                        </a:lnTo>
                        <a:lnTo>
                          <a:pt x="2012" y="813"/>
                        </a:lnTo>
                        <a:lnTo>
                          <a:pt x="1948" y="599"/>
                        </a:lnTo>
                        <a:lnTo>
                          <a:pt x="1948" y="492"/>
                        </a:lnTo>
                        <a:lnTo>
                          <a:pt x="1969" y="449"/>
                        </a:lnTo>
                        <a:lnTo>
                          <a:pt x="2012" y="407"/>
                        </a:lnTo>
                        <a:lnTo>
                          <a:pt x="2012" y="407"/>
                        </a:lnTo>
                        <a:lnTo>
                          <a:pt x="2055" y="385"/>
                        </a:lnTo>
                        <a:lnTo>
                          <a:pt x="2140" y="364"/>
                        </a:lnTo>
                        <a:lnTo>
                          <a:pt x="2312" y="342"/>
                        </a:lnTo>
                        <a:lnTo>
                          <a:pt x="2654" y="364"/>
                        </a:lnTo>
                        <a:lnTo>
                          <a:pt x="2654" y="364"/>
                        </a:lnTo>
                        <a:lnTo>
                          <a:pt x="3339" y="385"/>
                        </a:lnTo>
                        <a:lnTo>
                          <a:pt x="3339" y="385"/>
                        </a:lnTo>
                        <a:lnTo>
                          <a:pt x="4109" y="407"/>
                        </a:lnTo>
                        <a:lnTo>
                          <a:pt x="4879" y="471"/>
                        </a:lnTo>
                        <a:lnTo>
                          <a:pt x="4879" y="471"/>
                        </a:lnTo>
                        <a:lnTo>
                          <a:pt x="5200" y="471"/>
                        </a:lnTo>
                        <a:lnTo>
                          <a:pt x="5564" y="471"/>
                        </a:lnTo>
                        <a:lnTo>
                          <a:pt x="5906" y="471"/>
                        </a:lnTo>
                        <a:lnTo>
                          <a:pt x="6077" y="514"/>
                        </a:lnTo>
                        <a:lnTo>
                          <a:pt x="6206" y="556"/>
                        </a:lnTo>
                        <a:lnTo>
                          <a:pt x="6206" y="556"/>
                        </a:lnTo>
                        <a:lnTo>
                          <a:pt x="6270" y="535"/>
                        </a:lnTo>
                        <a:lnTo>
                          <a:pt x="6291" y="535"/>
                        </a:lnTo>
                        <a:lnTo>
                          <a:pt x="6313" y="578"/>
                        </a:lnTo>
                        <a:lnTo>
                          <a:pt x="6313" y="620"/>
                        </a:lnTo>
                        <a:lnTo>
                          <a:pt x="6313" y="620"/>
                        </a:lnTo>
                        <a:lnTo>
                          <a:pt x="6313" y="727"/>
                        </a:lnTo>
                        <a:lnTo>
                          <a:pt x="6313" y="727"/>
                        </a:lnTo>
                        <a:lnTo>
                          <a:pt x="6313" y="877"/>
                        </a:lnTo>
                        <a:lnTo>
                          <a:pt x="6313" y="1048"/>
                        </a:lnTo>
                        <a:lnTo>
                          <a:pt x="6313" y="1048"/>
                        </a:lnTo>
                        <a:lnTo>
                          <a:pt x="6334" y="1155"/>
                        </a:lnTo>
                        <a:lnTo>
                          <a:pt x="6377" y="1241"/>
                        </a:lnTo>
                        <a:lnTo>
                          <a:pt x="6441" y="1434"/>
                        </a:lnTo>
                        <a:lnTo>
                          <a:pt x="6441" y="1434"/>
                        </a:lnTo>
                        <a:lnTo>
                          <a:pt x="6484" y="1754"/>
                        </a:lnTo>
                        <a:lnTo>
                          <a:pt x="6505" y="1947"/>
                        </a:lnTo>
                        <a:lnTo>
                          <a:pt x="6526" y="2011"/>
                        </a:lnTo>
                        <a:lnTo>
                          <a:pt x="6548" y="2033"/>
                        </a:lnTo>
                        <a:lnTo>
                          <a:pt x="6548" y="2033"/>
                        </a:lnTo>
                        <a:lnTo>
                          <a:pt x="6591" y="2033"/>
                        </a:lnTo>
                        <a:lnTo>
                          <a:pt x="6633" y="2011"/>
                        </a:lnTo>
                        <a:lnTo>
                          <a:pt x="6698" y="1926"/>
                        </a:lnTo>
                        <a:lnTo>
                          <a:pt x="6762" y="1819"/>
                        </a:lnTo>
                        <a:lnTo>
                          <a:pt x="6783" y="1712"/>
                        </a:lnTo>
                        <a:lnTo>
                          <a:pt x="6783" y="1712"/>
                        </a:lnTo>
                        <a:lnTo>
                          <a:pt x="6826" y="1562"/>
                        </a:lnTo>
                        <a:lnTo>
                          <a:pt x="6847" y="1412"/>
                        </a:lnTo>
                        <a:lnTo>
                          <a:pt x="6847" y="1241"/>
                        </a:lnTo>
                        <a:lnTo>
                          <a:pt x="6826" y="1048"/>
                        </a:lnTo>
                        <a:lnTo>
                          <a:pt x="6783" y="706"/>
                        </a:lnTo>
                        <a:lnTo>
                          <a:pt x="6719" y="385"/>
                        </a:lnTo>
                        <a:lnTo>
                          <a:pt x="6719" y="385"/>
                        </a:lnTo>
                        <a:lnTo>
                          <a:pt x="6655" y="214"/>
                        </a:lnTo>
                        <a:lnTo>
                          <a:pt x="6612" y="150"/>
                        </a:lnTo>
                        <a:lnTo>
                          <a:pt x="6569" y="128"/>
                        </a:lnTo>
                        <a:lnTo>
                          <a:pt x="6441" y="107"/>
                        </a:lnTo>
                        <a:lnTo>
                          <a:pt x="6270" y="86"/>
                        </a:lnTo>
                        <a:lnTo>
                          <a:pt x="6270" y="86"/>
                        </a:lnTo>
                        <a:lnTo>
                          <a:pt x="5992" y="43"/>
                        </a:lnTo>
                        <a:lnTo>
                          <a:pt x="5735" y="43"/>
                        </a:lnTo>
                        <a:lnTo>
                          <a:pt x="5735" y="43"/>
                        </a:lnTo>
                        <a:lnTo>
                          <a:pt x="4194" y="0"/>
                        </a:lnTo>
                        <a:lnTo>
                          <a:pt x="2654" y="0"/>
                        </a:lnTo>
                        <a:lnTo>
                          <a:pt x="2654" y="0"/>
                        </a:lnTo>
                        <a:lnTo>
                          <a:pt x="1798" y="0"/>
                        </a:lnTo>
                        <a:lnTo>
                          <a:pt x="1798" y="0"/>
                        </a:lnTo>
                        <a:lnTo>
                          <a:pt x="1648" y="0"/>
                        </a:lnTo>
                        <a:lnTo>
                          <a:pt x="1563" y="0"/>
                        </a:lnTo>
                        <a:lnTo>
                          <a:pt x="1477" y="43"/>
                        </a:lnTo>
                        <a:lnTo>
                          <a:pt x="1477" y="43"/>
                        </a:lnTo>
                        <a:lnTo>
                          <a:pt x="1413" y="86"/>
                        </a:lnTo>
                        <a:lnTo>
                          <a:pt x="1349" y="171"/>
                        </a:lnTo>
                        <a:lnTo>
                          <a:pt x="1242" y="342"/>
                        </a:lnTo>
                        <a:lnTo>
                          <a:pt x="1135" y="514"/>
                        </a:lnTo>
                        <a:lnTo>
                          <a:pt x="1006" y="685"/>
                        </a:lnTo>
                        <a:lnTo>
                          <a:pt x="1006" y="685"/>
                        </a:lnTo>
                        <a:lnTo>
                          <a:pt x="792" y="963"/>
                        </a:lnTo>
                        <a:lnTo>
                          <a:pt x="600" y="1262"/>
                        </a:lnTo>
                        <a:lnTo>
                          <a:pt x="429" y="1541"/>
                        </a:lnTo>
                        <a:lnTo>
                          <a:pt x="236" y="1840"/>
                        </a:lnTo>
                        <a:lnTo>
                          <a:pt x="236" y="1840"/>
                        </a:lnTo>
                        <a:lnTo>
                          <a:pt x="151" y="1947"/>
                        </a:lnTo>
                        <a:lnTo>
                          <a:pt x="86" y="2033"/>
                        </a:lnTo>
                        <a:lnTo>
                          <a:pt x="44" y="2140"/>
                        </a:lnTo>
                        <a:lnTo>
                          <a:pt x="22" y="2289"/>
                        </a:lnTo>
                        <a:lnTo>
                          <a:pt x="22" y="2289"/>
                        </a:lnTo>
                        <a:lnTo>
                          <a:pt x="22" y="2632"/>
                        </a:lnTo>
                        <a:lnTo>
                          <a:pt x="65" y="2974"/>
                        </a:lnTo>
                        <a:lnTo>
                          <a:pt x="65" y="2974"/>
                        </a:lnTo>
                        <a:lnTo>
                          <a:pt x="86" y="3338"/>
                        </a:lnTo>
                        <a:lnTo>
                          <a:pt x="86" y="3723"/>
                        </a:lnTo>
                        <a:lnTo>
                          <a:pt x="86" y="4472"/>
                        </a:lnTo>
                        <a:lnTo>
                          <a:pt x="44" y="5242"/>
                        </a:lnTo>
                        <a:lnTo>
                          <a:pt x="44" y="5991"/>
                        </a:lnTo>
                        <a:lnTo>
                          <a:pt x="44" y="5991"/>
                        </a:lnTo>
                        <a:lnTo>
                          <a:pt x="22" y="7638"/>
                        </a:lnTo>
                        <a:lnTo>
                          <a:pt x="22" y="7638"/>
                        </a:lnTo>
                        <a:lnTo>
                          <a:pt x="22" y="8259"/>
                        </a:lnTo>
                        <a:lnTo>
                          <a:pt x="22" y="8259"/>
                        </a:lnTo>
                        <a:lnTo>
                          <a:pt x="22" y="8516"/>
                        </a:lnTo>
                        <a:lnTo>
                          <a:pt x="1" y="8665"/>
                        </a:lnTo>
                        <a:lnTo>
                          <a:pt x="22" y="8772"/>
                        </a:lnTo>
                        <a:lnTo>
                          <a:pt x="22" y="8772"/>
                        </a:lnTo>
                        <a:lnTo>
                          <a:pt x="44" y="8836"/>
                        </a:lnTo>
                        <a:lnTo>
                          <a:pt x="86" y="8901"/>
                        </a:lnTo>
                        <a:lnTo>
                          <a:pt x="151" y="8922"/>
                        </a:lnTo>
                        <a:lnTo>
                          <a:pt x="215" y="8943"/>
                        </a:lnTo>
                        <a:lnTo>
                          <a:pt x="386" y="8965"/>
                        </a:lnTo>
                        <a:lnTo>
                          <a:pt x="578" y="8965"/>
                        </a:lnTo>
                        <a:lnTo>
                          <a:pt x="964" y="8901"/>
                        </a:lnTo>
                        <a:lnTo>
                          <a:pt x="1285" y="8858"/>
                        </a:lnTo>
                        <a:lnTo>
                          <a:pt x="1285" y="8858"/>
                        </a:lnTo>
                        <a:lnTo>
                          <a:pt x="2012" y="8836"/>
                        </a:lnTo>
                        <a:lnTo>
                          <a:pt x="2718" y="8858"/>
                        </a:lnTo>
                        <a:lnTo>
                          <a:pt x="2718" y="8858"/>
                        </a:lnTo>
                        <a:lnTo>
                          <a:pt x="3488" y="8836"/>
                        </a:lnTo>
                        <a:lnTo>
                          <a:pt x="4237" y="8794"/>
                        </a:lnTo>
                        <a:lnTo>
                          <a:pt x="4986" y="8772"/>
                        </a:lnTo>
                        <a:lnTo>
                          <a:pt x="5371" y="8794"/>
                        </a:lnTo>
                        <a:lnTo>
                          <a:pt x="5735" y="8794"/>
                        </a:lnTo>
                        <a:lnTo>
                          <a:pt x="5735" y="8794"/>
                        </a:lnTo>
                        <a:lnTo>
                          <a:pt x="6120" y="8858"/>
                        </a:lnTo>
                        <a:lnTo>
                          <a:pt x="6313" y="8879"/>
                        </a:lnTo>
                        <a:lnTo>
                          <a:pt x="6505" y="8858"/>
                        </a:lnTo>
                        <a:lnTo>
                          <a:pt x="6505" y="8858"/>
                        </a:lnTo>
                        <a:lnTo>
                          <a:pt x="6612" y="8836"/>
                        </a:lnTo>
                        <a:lnTo>
                          <a:pt x="6698" y="8794"/>
                        </a:lnTo>
                        <a:lnTo>
                          <a:pt x="6740" y="8708"/>
                        </a:lnTo>
                        <a:lnTo>
                          <a:pt x="6783" y="8601"/>
                        </a:lnTo>
                        <a:lnTo>
                          <a:pt x="6783" y="8601"/>
                        </a:lnTo>
                        <a:lnTo>
                          <a:pt x="6847" y="8451"/>
                        </a:lnTo>
                        <a:lnTo>
                          <a:pt x="6869" y="8302"/>
                        </a:lnTo>
                        <a:lnTo>
                          <a:pt x="6890" y="8152"/>
                        </a:lnTo>
                        <a:lnTo>
                          <a:pt x="6912" y="7981"/>
                        </a:lnTo>
                        <a:lnTo>
                          <a:pt x="6912" y="7660"/>
                        </a:lnTo>
                        <a:lnTo>
                          <a:pt x="6890" y="7339"/>
                        </a:lnTo>
                        <a:lnTo>
                          <a:pt x="6890" y="7339"/>
                        </a:lnTo>
                        <a:lnTo>
                          <a:pt x="6912" y="6868"/>
                        </a:lnTo>
                        <a:lnTo>
                          <a:pt x="6912" y="6633"/>
                        </a:lnTo>
                        <a:lnTo>
                          <a:pt x="6890" y="6397"/>
                        </a:lnTo>
                        <a:lnTo>
                          <a:pt x="6890" y="6397"/>
                        </a:lnTo>
                        <a:close/>
                        <a:moveTo>
                          <a:pt x="1327" y="1006"/>
                        </a:moveTo>
                        <a:lnTo>
                          <a:pt x="1327" y="1006"/>
                        </a:lnTo>
                        <a:lnTo>
                          <a:pt x="1434" y="1091"/>
                        </a:lnTo>
                        <a:lnTo>
                          <a:pt x="1541" y="1241"/>
                        </a:lnTo>
                        <a:lnTo>
                          <a:pt x="1584" y="1327"/>
                        </a:lnTo>
                        <a:lnTo>
                          <a:pt x="1605" y="1391"/>
                        </a:lnTo>
                        <a:lnTo>
                          <a:pt x="1605" y="1455"/>
                        </a:lnTo>
                        <a:lnTo>
                          <a:pt x="1563" y="1498"/>
                        </a:lnTo>
                        <a:lnTo>
                          <a:pt x="1563" y="1498"/>
                        </a:lnTo>
                        <a:lnTo>
                          <a:pt x="1520" y="1476"/>
                        </a:lnTo>
                        <a:lnTo>
                          <a:pt x="1434" y="1369"/>
                        </a:lnTo>
                        <a:lnTo>
                          <a:pt x="1285" y="1220"/>
                        </a:lnTo>
                        <a:lnTo>
                          <a:pt x="1285" y="1220"/>
                        </a:lnTo>
                        <a:lnTo>
                          <a:pt x="1263" y="1113"/>
                        </a:lnTo>
                        <a:lnTo>
                          <a:pt x="1327" y="1006"/>
                        </a:lnTo>
                        <a:lnTo>
                          <a:pt x="1327" y="1006"/>
                        </a:lnTo>
                        <a:close/>
                        <a:moveTo>
                          <a:pt x="1242" y="1626"/>
                        </a:moveTo>
                        <a:lnTo>
                          <a:pt x="1242" y="1626"/>
                        </a:lnTo>
                        <a:lnTo>
                          <a:pt x="1306" y="1712"/>
                        </a:lnTo>
                        <a:lnTo>
                          <a:pt x="1306" y="1712"/>
                        </a:lnTo>
                        <a:lnTo>
                          <a:pt x="1306" y="1712"/>
                        </a:lnTo>
                        <a:lnTo>
                          <a:pt x="1306" y="1712"/>
                        </a:lnTo>
                        <a:lnTo>
                          <a:pt x="1327" y="1733"/>
                        </a:lnTo>
                        <a:lnTo>
                          <a:pt x="1327" y="1733"/>
                        </a:lnTo>
                        <a:lnTo>
                          <a:pt x="1306" y="1712"/>
                        </a:lnTo>
                        <a:lnTo>
                          <a:pt x="1306" y="1712"/>
                        </a:lnTo>
                        <a:lnTo>
                          <a:pt x="1242" y="1626"/>
                        </a:lnTo>
                        <a:lnTo>
                          <a:pt x="1242" y="1626"/>
                        </a:lnTo>
                        <a:lnTo>
                          <a:pt x="1178" y="1519"/>
                        </a:lnTo>
                        <a:lnTo>
                          <a:pt x="1135" y="1476"/>
                        </a:lnTo>
                        <a:lnTo>
                          <a:pt x="1071" y="1434"/>
                        </a:lnTo>
                        <a:lnTo>
                          <a:pt x="1071" y="1434"/>
                        </a:lnTo>
                        <a:lnTo>
                          <a:pt x="1135" y="1455"/>
                        </a:lnTo>
                        <a:lnTo>
                          <a:pt x="1178" y="1498"/>
                        </a:lnTo>
                        <a:lnTo>
                          <a:pt x="1242" y="1626"/>
                        </a:lnTo>
                        <a:lnTo>
                          <a:pt x="1242" y="1626"/>
                        </a:lnTo>
                        <a:close/>
                        <a:moveTo>
                          <a:pt x="814" y="1690"/>
                        </a:moveTo>
                        <a:lnTo>
                          <a:pt x="814" y="1690"/>
                        </a:lnTo>
                        <a:lnTo>
                          <a:pt x="857" y="1690"/>
                        </a:lnTo>
                        <a:lnTo>
                          <a:pt x="878" y="1712"/>
                        </a:lnTo>
                        <a:lnTo>
                          <a:pt x="899" y="1733"/>
                        </a:lnTo>
                        <a:lnTo>
                          <a:pt x="878" y="1776"/>
                        </a:lnTo>
                        <a:lnTo>
                          <a:pt x="835" y="1819"/>
                        </a:lnTo>
                        <a:lnTo>
                          <a:pt x="750" y="1861"/>
                        </a:lnTo>
                        <a:lnTo>
                          <a:pt x="750" y="1861"/>
                        </a:lnTo>
                        <a:lnTo>
                          <a:pt x="707" y="1840"/>
                        </a:lnTo>
                        <a:lnTo>
                          <a:pt x="707" y="1819"/>
                        </a:lnTo>
                        <a:lnTo>
                          <a:pt x="707" y="1754"/>
                        </a:lnTo>
                        <a:lnTo>
                          <a:pt x="750" y="1712"/>
                        </a:lnTo>
                        <a:lnTo>
                          <a:pt x="814" y="1690"/>
                        </a:lnTo>
                        <a:lnTo>
                          <a:pt x="814" y="1690"/>
                        </a:lnTo>
                        <a:close/>
                        <a:moveTo>
                          <a:pt x="8538" y="2888"/>
                        </a:moveTo>
                        <a:lnTo>
                          <a:pt x="8538" y="2888"/>
                        </a:lnTo>
                        <a:lnTo>
                          <a:pt x="8473" y="2696"/>
                        </a:lnTo>
                        <a:lnTo>
                          <a:pt x="8367" y="2503"/>
                        </a:lnTo>
                        <a:lnTo>
                          <a:pt x="8153" y="2140"/>
                        </a:lnTo>
                        <a:lnTo>
                          <a:pt x="8153" y="2140"/>
                        </a:lnTo>
                        <a:lnTo>
                          <a:pt x="8088" y="1990"/>
                        </a:lnTo>
                        <a:lnTo>
                          <a:pt x="8003" y="1840"/>
                        </a:lnTo>
                        <a:lnTo>
                          <a:pt x="7939" y="1797"/>
                        </a:lnTo>
                        <a:lnTo>
                          <a:pt x="7896" y="1754"/>
                        </a:lnTo>
                        <a:lnTo>
                          <a:pt x="7810" y="1712"/>
                        </a:lnTo>
                        <a:lnTo>
                          <a:pt x="7725" y="1712"/>
                        </a:lnTo>
                        <a:lnTo>
                          <a:pt x="7725" y="1712"/>
                        </a:lnTo>
                        <a:lnTo>
                          <a:pt x="7532" y="1712"/>
                        </a:lnTo>
                        <a:lnTo>
                          <a:pt x="7340" y="1776"/>
                        </a:lnTo>
                        <a:lnTo>
                          <a:pt x="7168" y="1861"/>
                        </a:lnTo>
                        <a:lnTo>
                          <a:pt x="6997" y="1968"/>
                        </a:lnTo>
                        <a:lnTo>
                          <a:pt x="6847" y="2097"/>
                        </a:lnTo>
                        <a:lnTo>
                          <a:pt x="6698" y="2247"/>
                        </a:lnTo>
                        <a:lnTo>
                          <a:pt x="6419" y="2525"/>
                        </a:lnTo>
                        <a:lnTo>
                          <a:pt x="6419" y="2525"/>
                        </a:lnTo>
                        <a:lnTo>
                          <a:pt x="4965" y="3937"/>
                        </a:lnTo>
                        <a:lnTo>
                          <a:pt x="4965" y="3937"/>
                        </a:lnTo>
                        <a:lnTo>
                          <a:pt x="4344" y="4515"/>
                        </a:lnTo>
                        <a:lnTo>
                          <a:pt x="4194" y="4664"/>
                        </a:lnTo>
                        <a:lnTo>
                          <a:pt x="4045" y="4814"/>
                        </a:lnTo>
                        <a:lnTo>
                          <a:pt x="3938" y="4985"/>
                        </a:lnTo>
                        <a:lnTo>
                          <a:pt x="3831" y="5156"/>
                        </a:lnTo>
                        <a:lnTo>
                          <a:pt x="3831" y="5156"/>
                        </a:lnTo>
                        <a:lnTo>
                          <a:pt x="3702" y="5520"/>
                        </a:lnTo>
                        <a:lnTo>
                          <a:pt x="3595" y="5884"/>
                        </a:lnTo>
                        <a:lnTo>
                          <a:pt x="3488" y="6248"/>
                        </a:lnTo>
                        <a:lnTo>
                          <a:pt x="3360" y="6611"/>
                        </a:lnTo>
                        <a:lnTo>
                          <a:pt x="3360" y="6611"/>
                        </a:lnTo>
                        <a:lnTo>
                          <a:pt x="3296" y="6740"/>
                        </a:lnTo>
                        <a:lnTo>
                          <a:pt x="3253" y="6889"/>
                        </a:lnTo>
                        <a:lnTo>
                          <a:pt x="3253" y="6975"/>
                        </a:lnTo>
                        <a:lnTo>
                          <a:pt x="3274" y="7039"/>
                        </a:lnTo>
                        <a:lnTo>
                          <a:pt x="3317" y="7082"/>
                        </a:lnTo>
                        <a:lnTo>
                          <a:pt x="3403" y="7125"/>
                        </a:lnTo>
                        <a:lnTo>
                          <a:pt x="3403" y="7125"/>
                        </a:lnTo>
                        <a:lnTo>
                          <a:pt x="3467" y="7125"/>
                        </a:lnTo>
                        <a:lnTo>
                          <a:pt x="3552" y="7103"/>
                        </a:lnTo>
                        <a:lnTo>
                          <a:pt x="3724" y="7039"/>
                        </a:lnTo>
                        <a:lnTo>
                          <a:pt x="4023" y="6868"/>
                        </a:lnTo>
                        <a:lnTo>
                          <a:pt x="4023" y="6868"/>
                        </a:lnTo>
                        <a:lnTo>
                          <a:pt x="4344" y="6740"/>
                        </a:lnTo>
                        <a:lnTo>
                          <a:pt x="4686" y="6611"/>
                        </a:lnTo>
                        <a:lnTo>
                          <a:pt x="4836" y="6547"/>
                        </a:lnTo>
                        <a:lnTo>
                          <a:pt x="4986" y="6462"/>
                        </a:lnTo>
                        <a:lnTo>
                          <a:pt x="5114" y="6355"/>
                        </a:lnTo>
                        <a:lnTo>
                          <a:pt x="5243" y="6248"/>
                        </a:lnTo>
                        <a:lnTo>
                          <a:pt x="5243" y="6248"/>
                        </a:lnTo>
                        <a:lnTo>
                          <a:pt x="5371" y="6076"/>
                        </a:lnTo>
                        <a:lnTo>
                          <a:pt x="5521" y="5927"/>
                        </a:lnTo>
                        <a:lnTo>
                          <a:pt x="5842" y="5627"/>
                        </a:lnTo>
                        <a:lnTo>
                          <a:pt x="6484" y="5092"/>
                        </a:lnTo>
                        <a:lnTo>
                          <a:pt x="6484" y="5092"/>
                        </a:lnTo>
                        <a:lnTo>
                          <a:pt x="7083" y="4536"/>
                        </a:lnTo>
                        <a:lnTo>
                          <a:pt x="7660" y="4001"/>
                        </a:lnTo>
                        <a:lnTo>
                          <a:pt x="7660" y="4001"/>
                        </a:lnTo>
                        <a:lnTo>
                          <a:pt x="7960" y="3723"/>
                        </a:lnTo>
                        <a:lnTo>
                          <a:pt x="8260" y="3402"/>
                        </a:lnTo>
                        <a:lnTo>
                          <a:pt x="8260" y="3402"/>
                        </a:lnTo>
                        <a:lnTo>
                          <a:pt x="8388" y="3295"/>
                        </a:lnTo>
                        <a:lnTo>
                          <a:pt x="8495" y="3188"/>
                        </a:lnTo>
                        <a:lnTo>
                          <a:pt x="8538" y="3124"/>
                        </a:lnTo>
                        <a:lnTo>
                          <a:pt x="8559" y="3060"/>
                        </a:lnTo>
                        <a:lnTo>
                          <a:pt x="8559" y="2974"/>
                        </a:lnTo>
                        <a:lnTo>
                          <a:pt x="8538" y="2888"/>
                        </a:lnTo>
                        <a:lnTo>
                          <a:pt x="8538" y="2888"/>
                        </a:lnTo>
                        <a:close/>
                        <a:moveTo>
                          <a:pt x="7660" y="2204"/>
                        </a:moveTo>
                        <a:lnTo>
                          <a:pt x="7660" y="2204"/>
                        </a:lnTo>
                        <a:lnTo>
                          <a:pt x="7660" y="2204"/>
                        </a:lnTo>
                        <a:lnTo>
                          <a:pt x="7660" y="2204"/>
                        </a:lnTo>
                        <a:lnTo>
                          <a:pt x="7660" y="2204"/>
                        </a:lnTo>
                        <a:lnTo>
                          <a:pt x="7660" y="2204"/>
                        </a:lnTo>
                        <a:lnTo>
                          <a:pt x="7682" y="2225"/>
                        </a:lnTo>
                        <a:lnTo>
                          <a:pt x="7682" y="2225"/>
                        </a:lnTo>
                        <a:lnTo>
                          <a:pt x="7810" y="2375"/>
                        </a:lnTo>
                        <a:lnTo>
                          <a:pt x="7832" y="2461"/>
                        </a:lnTo>
                        <a:lnTo>
                          <a:pt x="7832" y="2503"/>
                        </a:lnTo>
                        <a:lnTo>
                          <a:pt x="7832" y="2525"/>
                        </a:lnTo>
                        <a:lnTo>
                          <a:pt x="7832" y="2525"/>
                        </a:lnTo>
                        <a:lnTo>
                          <a:pt x="7789" y="2482"/>
                        </a:lnTo>
                        <a:lnTo>
                          <a:pt x="7746" y="2396"/>
                        </a:lnTo>
                        <a:lnTo>
                          <a:pt x="7682" y="2225"/>
                        </a:lnTo>
                        <a:lnTo>
                          <a:pt x="7682" y="2225"/>
                        </a:lnTo>
                        <a:lnTo>
                          <a:pt x="7660" y="2204"/>
                        </a:lnTo>
                        <a:lnTo>
                          <a:pt x="7660" y="2204"/>
                        </a:lnTo>
                        <a:lnTo>
                          <a:pt x="7639" y="2204"/>
                        </a:lnTo>
                        <a:lnTo>
                          <a:pt x="7660" y="2204"/>
                        </a:lnTo>
                        <a:lnTo>
                          <a:pt x="7660" y="2204"/>
                        </a:lnTo>
                        <a:close/>
                        <a:moveTo>
                          <a:pt x="4045" y="6483"/>
                        </a:moveTo>
                        <a:lnTo>
                          <a:pt x="4045" y="6483"/>
                        </a:lnTo>
                        <a:lnTo>
                          <a:pt x="3959" y="6462"/>
                        </a:lnTo>
                        <a:lnTo>
                          <a:pt x="3895" y="6419"/>
                        </a:lnTo>
                        <a:lnTo>
                          <a:pt x="3873" y="6355"/>
                        </a:lnTo>
                        <a:lnTo>
                          <a:pt x="3852" y="6290"/>
                        </a:lnTo>
                        <a:lnTo>
                          <a:pt x="3873" y="6141"/>
                        </a:lnTo>
                        <a:lnTo>
                          <a:pt x="3895" y="5991"/>
                        </a:lnTo>
                        <a:lnTo>
                          <a:pt x="3895" y="5991"/>
                        </a:lnTo>
                        <a:lnTo>
                          <a:pt x="3916" y="5820"/>
                        </a:lnTo>
                        <a:lnTo>
                          <a:pt x="3959" y="5691"/>
                        </a:lnTo>
                        <a:lnTo>
                          <a:pt x="3980" y="5670"/>
                        </a:lnTo>
                        <a:lnTo>
                          <a:pt x="4023" y="5648"/>
                        </a:lnTo>
                        <a:lnTo>
                          <a:pt x="4087" y="5670"/>
                        </a:lnTo>
                        <a:lnTo>
                          <a:pt x="4152" y="5734"/>
                        </a:lnTo>
                        <a:lnTo>
                          <a:pt x="4152" y="5734"/>
                        </a:lnTo>
                        <a:lnTo>
                          <a:pt x="4259" y="5862"/>
                        </a:lnTo>
                        <a:lnTo>
                          <a:pt x="4365" y="5991"/>
                        </a:lnTo>
                        <a:lnTo>
                          <a:pt x="4365" y="5991"/>
                        </a:lnTo>
                        <a:lnTo>
                          <a:pt x="4515" y="6098"/>
                        </a:lnTo>
                        <a:lnTo>
                          <a:pt x="4579" y="6141"/>
                        </a:lnTo>
                        <a:lnTo>
                          <a:pt x="4665" y="6205"/>
                        </a:lnTo>
                        <a:lnTo>
                          <a:pt x="4665" y="6205"/>
                        </a:lnTo>
                        <a:lnTo>
                          <a:pt x="4622" y="6248"/>
                        </a:lnTo>
                        <a:lnTo>
                          <a:pt x="4558" y="6290"/>
                        </a:lnTo>
                        <a:lnTo>
                          <a:pt x="4365" y="6376"/>
                        </a:lnTo>
                        <a:lnTo>
                          <a:pt x="4173" y="6462"/>
                        </a:lnTo>
                        <a:lnTo>
                          <a:pt x="4087" y="6483"/>
                        </a:lnTo>
                        <a:lnTo>
                          <a:pt x="4045" y="6483"/>
                        </a:lnTo>
                        <a:lnTo>
                          <a:pt x="4045" y="6483"/>
                        </a:lnTo>
                        <a:close/>
                        <a:moveTo>
                          <a:pt x="7575" y="3616"/>
                        </a:moveTo>
                        <a:lnTo>
                          <a:pt x="7575" y="3616"/>
                        </a:lnTo>
                        <a:lnTo>
                          <a:pt x="7019" y="4172"/>
                        </a:lnTo>
                        <a:lnTo>
                          <a:pt x="7019" y="4172"/>
                        </a:lnTo>
                        <a:lnTo>
                          <a:pt x="6484" y="4664"/>
                        </a:lnTo>
                        <a:lnTo>
                          <a:pt x="5949" y="5135"/>
                        </a:lnTo>
                        <a:lnTo>
                          <a:pt x="5949" y="5135"/>
                        </a:lnTo>
                        <a:lnTo>
                          <a:pt x="5713" y="5370"/>
                        </a:lnTo>
                        <a:lnTo>
                          <a:pt x="5457" y="5648"/>
                        </a:lnTo>
                        <a:lnTo>
                          <a:pt x="5307" y="5755"/>
                        </a:lnTo>
                        <a:lnTo>
                          <a:pt x="5157" y="5862"/>
                        </a:lnTo>
                        <a:lnTo>
                          <a:pt x="5007" y="5905"/>
                        </a:lnTo>
                        <a:lnTo>
                          <a:pt x="4943" y="5905"/>
                        </a:lnTo>
                        <a:lnTo>
                          <a:pt x="4879" y="5905"/>
                        </a:lnTo>
                        <a:lnTo>
                          <a:pt x="4879" y="5905"/>
                        </a:lnTo>
                        <a:lnTo>
                          <a:pt x="4729" y="5841"/>
                        </a:lnTo>
                        <a:lnTo>
                          <a:pt x="4622" y="5755"/>
                        </a:lnTo>
                        <a:lnTo>
                          <a:pt x="4515" y="5648"/>
                        </a:lnTo>
                        <a:lnTo>
                          <a:pt x="4430" y="5542"/>
                        </a:lnTo>
                        <a:lnTo>
                          <a:pt x="4430" y="5542"/>
                        </a:lnTo>
                        <a:lnTo>
                          <a:pt x="4323" y="5456"/>
                        </a:lnTo>
                        <a:lnTo>
                          <a:pt x="4259" y="5349"/>
                        </a:lnTo>
                        <a:lnTo>
                          <a:pt x="4259" y="5349"/>
                        </a:lnTo>
                        <a:lnTo>
                          <a:pt x="4216" y="5285"/>
                        </a:lnTo>
                        <a:lnTo>
                          <a:pt x="4216" y="5242"/>
                        </a:lnTo>
                        <a:lnTo>
                          <a:pt x="4280" y="5156"/>
                        </a:lnTo>
                        <a:lnTo>
                          <a:pt x="4280" y="5156"/>
                        </a:lnTo>
                        <a:lnTo>
                          <a:pt x="4365" y="5007"/>
                        </a:lnTo>
                        <a:lnTo>
                          <a:pt x="4515" y="4878"/>
                        </a:lnTo>
                        <a:lnTo>
                          <a:pt x="4772" y="4643"/>
                        </a:lnTo>
                        <a:lnTo>
                          <a:pt x="4772" y="4643"/>
                        </a:lnTo>
                        <a:lnTo>
                          <a:pt x="5243" y="4215"/>
                        </a:lnTo>
                        <a:lnTo>
                          <a:pt x="5243" y="4215"/>
                        </a:lnTo>
                        <a:lnTo>
                          <a:pt x="5778" y="3680"/>
                        </a:lnTo>
                        <a:lnTo>
                          <a:pt x="6034" y="3423"/>
                        </a:lnTo>
                        <a:lnTo>
                          <a:pt x="6313" y="3188"/>
                        </a:lnTo>
                        <a:lnTo>
                          <a:pt x="6313" y="3188"/>
                        </a:lnTo>
                        <a:lnTo>
                          <a:pt x="6526" y="2995"/>
                        </a:lnTo>
                        <a:lnTo>
                          <a:pt x="6762" y="2781"/>
                        </a:lnTo>
                        <a:lnTo>
                          <a:pt x="6762" y="2781"/>
                        </a:lnTo>
                        <a:lnTo>
                          <a:pt x="6954" y="2568"/>
                        </a:lnTo>
                        <a:lnTo>
                          <a:pt x="7061" y="2461"/>
                        </a:lnTo>
                        <a:lnTo>
                          <a:pt x="7126" y="2418"/>
                        </a:lnTo>
                        <a:lnTo>
                          <a:pt x="7168" y="2418"/>
                        </a:lnTo>
                        <a:lnTo>
                          <a:pt x="7168" y="2418"/>
                        </a:lnTo>
                        <a:lnTo>
                          <a:pt x="7211" y="2439"/>
                        </a:lnTo>
                        <a:lnTo>
                          <a:pt x="7275" y="2461"/>
                        </a:lnTo>
                        <a:lnTo>
                          <a:pt x="7361" y="2589"/>
                        </a:lnTo>
                        <a:lnTo>
                          <a:pt x="7468" y="2696"/>
                        </a:lnTo>
                        <a:lnTo>
                          <a:pt x="7553" y="2781"/>
                        </a:lnTo>
                        <a:lnTo>
                          <a:pt x="7553" y="2781"/>
                        </a:lnTo>
                        <a:lnTo>
                          <a:pt x="7789" y="2931"/>
                        </a:lnTo>
                        <a:lnTo>
                          <a:pt x="7896" y="3017"/>
                        </a:lnTo>
                        <a:lnTo>
                          <a:pt x="7981" y="3124"/>
                        </a:lnTo>
                        <a:lnTo>
                          <a:pt x="7981" y="3124"/>
                        </a:lnTo>
                        <a:lnTo>
                          <a:pt x="7917" y="3274"/>
                        </a:lnTo>
                        <a:lnTo>
                          <a:pt x="7810" y="3402"/>
                        </a:lnTo>
                        <a:lnTo>
                          <a:pt x="7575" y="3616"/>
                        </a:lnTo>
                        <a:lnTo>
                          <a:pt x="7575" y="3616"/>
                        </a:lnTo>
                        <a:close/>
                        <a:moveTo>
                          <a:pt x="7725" y="3060"/>
                        </a:moveTo>
                        <a:lnTo>
                          <a:pt x="7725" y="3060"/>
                        </a:lnTo>
                        <a:lnTo>
                          <a:pt x="7660" y="3081"/>
                        </a:lnTo>
                        <a:lnTo>
                          <a:pt x="7553" y="3124"/>
                        </a:lnTo>
                        <a:lnTo>
                          <a:pt x="7340" y="3295"/>
                        </a:lnTo>
                        <a:lnTo>
                          <a:pt x="6997" y="3637"/>
                        </a:lnTo>
                        <a:lnTo>
                          <a:pt x="6997" y="3637"/>
                        </a:lnTo>
                        <a:lnTo>
                          <a:pt x="6141" y="4322"/>
                        </a:lnTo>
                        <a:lnTo>
                          <a:pt x="6141" y="4322"/>
                        </a:lnTo>
                        <a:lnTo>
                          <a:pt x="5713" y="4686"/>
                        </a:lnTo>
                        <a:lnTo>
                          <a:pt x="5286" y="5049"/>
                        </a:lnTo>
                        <a:lnTo>
                          <a:pt x="5286" y="5049"/>
                        </a:lnTo>
                        <a:lnTo>
                          <a:pt x="5157" y="5135"/>
                        </a:lnTo>
                        <a:lnTo>
                          <a:pt x="5050" y="5263"/>
                        </a:lnTo>
                        <a:lnTo>
                          <a:pt x="4986" y="5328"/>
                        </a:lnTo>
                        <a:lnTo>
                          <a:pt x="4965" y="5413"/>
                        </a:lnTo>
                        <a:lnTo>
                          <a:pt x="4943" y="5477"/>
                        </a:lnTo>
                        <a:lnTo>
                          <a:pt x="4986" y="5563"/>
                        </a:lnTo>
                        <a:lnTo>
                          <a:pt x="4986" y="5563"/>
                        </a:lnTo>
                        <a:lnTo>
                          <a:pt x="5072" y="5520"/>
                        </a:lnTo>
                        <a:lnTo>
                          <a:pt x="5179" y="5456"/>
                        </a:lnTo>
                        <a:lnTo>
                          <a:pt x="5371" y="5306"/>
                        </a:lnTo>
                        <a:lnTo>
                          <a:pt x="5735" y="5007"/>
                        </a:lnTo>
                        <a:lnTo>
                          <a:pt x="5735" y="5007"/>
                        </a:lnTo>
                        <a:lnTo>
                          <a:pt x="6655" y="4279"/>
                        </a:lnTo>
                        <a:lnTo>
                          <a:pt x="6655" y="4279"/>
                        </a:lnTo>
                        <a:lnTo>
                          <a:pt x="7040" y="3937"/>
                        </a:lnTo>
                        <a:lnTo>
                          <a:pt x="7425" y="3616"/>
                        </a:lnTo>
                        <a:lnTo>
                          <a:pt x="7425" y="3616"/>
                        </a:lnTo>
                        <a:lnTo>
                          <a:pt x="7532" y="3509"/>
                        </a:lnTo>
                        <a:lnTo>
                          <a:pt x="7682" y="3338"/>
                        </a:lnTo>
                        <a:lnTo>
                          <a:pt x="7746" y="3252"/>
                        </a:lnTo>
                        <a:lnTo>
                          <a:pt x="7789" y="3167"/>
                        </a:lnTo>
                        <a:lnTo>
                          <a:pt x="7789" y="3145"/>
                        </a:lnTo>
                        <a:lnTo>
                          <a:pt x="7789" y="3102"/>
                        </a:lnTo>
                        <a:lnTo>
                          <a:pt x="7767" y="3081"/>
                        </a:lnTo>
                        <a:lnTo>
                          <a:pt x="7725" y="3060"/>
                        </a:lnTo>
                        <a:lnTo>
                          <a:pt x="7725" y="3060"/>
                        </a:lnTo>
                        <a:close/>
                        <a:moveTo>
                          <a:pt x="6805" y="3509"/>
                        </a:moveTo>
                        <a:lnTo>
                          <a:pt x="6805" y="3509"/>
                        </a:lnTo>
                        <a:lnTo>
                          <a:pt x="6976" y="3359"/>
                        </a:lnTo>
                        <a:lnTo>
                          <a:pt x="7147" y="3231"/>
                        </a:lnTo>
                        <a:lnTo>
                          <a:pt x="7318" y="3081"/>
                        </a:lnTo>
                        <a:lnTo>
                          <a:pt x="7468" y="2910"/>
                        </a:lnTo>
                        <a:lnTo>
                          <a:pt x="7468" y="2910"/>
                        </a:lnTo>
                        <a:lnTo>
                          <a:pt x="7425" y="2888"/>
                        </a:lnTo>
                        <a:lnTo>
                          <a:pt x="7382" y="2867"/>
                        </a:lnTo>
                        <a:lnTo>
                          <a:pt x="7297" y="2846"/>
                        </a:lnTo>
                        <a:lnTo>
                          <a:pt x="7190" y="2888"/>
                        </a:lnTo>
                        <a:lnTo>
                          <a:pt x="7083" y="2953"/>
                        </a:lnTo>
                        <a:lnTo>
                          <a:pt x="6890" y="3124"/>
                        </a:lnTo>
                        <a:lnTo>
                          <a:pt x="6740" y="3274"/>
                        </a:lnTo>
                        <a:lnTo>
                          <a:pt x="6740" y="3274"/>
                        </a:lnTo>
                        <a:lnTo>
                          <a:pt x="6334" y="3637"/>
                        </a:lnTo>
                        <a:lnTo>
                          <a:pt x="5949" y="3980"/>
                        </a:lnTo>
                        <a:lnTo>
                          <a:pt x="5949" y="3980"/>
                        </a:lnTo>
                        <a:lnTo>
                          <a:pt x="5649" y="4215"/>
                        </a:lnTo>
                        <a:lnTo>
                          <a:pt x="5179" y="4600"/>
                        </a:lnTo>
                        <a:lnTo>
                          <a:pt x="4943" y="4814"/>
                        </a:lnTo>
                        <a:lnTo>
                          <a:pt x="4751" y="5007"/>
                        </a:lnTo>
                        <a:lnTo>
                          <a:pt x="4644" y="5178"/>
                        </a:lnTo>
                        <a:lnTo>
                          <a:pt x="4622" y="5242"/>
                        </a:lnTo>
                        <a:lnTo>
                          <a:pt x="4622" y="5285"/>
                        </a:lnTo>
                        <a:lnTo>
                          <a:pt x="4622" y="5285"/>
                        </a:lnTo>
                        <a:lnTo>
                          <a:pt x="4644" y="5285"/>
                        </a:lnTo>
                        <a:lnTo>
                          <a:pt x="4708" y="5285"/>
                        </a:lnTo>
                        <a:lnTo>
                          <a:pt x="4858" y="5199"/>
                        </a:lnTo>
                        <a:lnTo>
                          <a:pt x="5072" y="5028"/>
                        </a:lnTo>
                        <a:lnTo>
                          <a:pt x="5307" y="4835"/>
                        </a:lnTo>
                        <a:lnTo>
                          <a:pt x="5778" y="4429"/>
                        </a:lnTo>
                        <a:lnTo>
                          <a:pt x="6056" y="4172"/>
                        </a:lnTo>
                        <a:lnTo>
                          <a:pt x="6056" y="4172"/>
                        </a:lnTo>
                        <a:lnTo>
                          <a:pt x="6441" y="3851"/>
                        </a:lnTo>
                        <a:lnTo>
                          <a:pt x="6805" y="3509"/>
                        </a:lnTo>
                        <a:lnTo>
                          <a:pt x="6805" y="3509"/>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5" name="Graphic 44" descr="Group of people with solid fill">
                    <a:extLst>
                      <a:ext uri="{FF2B5EF4-FFF2-40B4-BE49-F238E27FC236}">
                        <a16:creationId xmlns:a16="http://schemas.microsoft.com/office/drawing/2014/main" id="{8E1122B3-4341-1512-D0B3-F123DB387F7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7665" y="2196578"/>
                    <a:ext cx="747987" cy="510440"/>
                  </a:xfrm>
                  <a:prstGeom prst="rect">
                    <a:avLst/>
                  </a:prstGeom>
                </p:spPr>
              </p:pic>
              <p:grpSp>
                <p:nvGrpSpPr>
                  <p:cNvPr id="46" name="Group 45">
                    <a:extLst>
                      <a:ext uri="{FF2B5EF4-FFF2-40B4-BE49-F238E27FC236}">
                        <a16:creationId xmlns:a16="http://schemas.microsoft.com/office/drawing/2014/main" id="{9DE02EB5-5364-A522-7B6E-847402D6A3BC}"/>
                      </a:ext>
                    </a:extLst>
                  </p:cNvPr>
                  <p:cNvGrpSpPr/>
                  <p:nvPr/>
                </p:nvGrpSpPr>
                <p:grpSpPr>
                  <a:xfrm>
                    <a:off x="102951" y="2862022"/>
                    <a:ext cx="875923" cy="941843"/>
                    <a:chOff x="1251380" y="2035957"/>
                    <a:chExt cx="2188843" cy="2027562"/>
                  </a:xfrm>
                </p:grpSpPr>
                <p:sp>
                  <p:nvSpPr>
                    <p:cNvPr id="49" name="Flowchart: Process 48">
                      <a:extLst>
                        <a:ext uri="{FF2B5EF4-FFF2-40B4-BE49-F238E27FC236}">
                          <a16:creationId xmlns:a16="http://schemas.microsoft.com/office/drawing/2014/main" id="{2045BC90-34B8-6E17-90A7-FBBB99467C3F}"/>
                        </a:ext>
                      </a:extLst>
                    </p:cNvPr>
                    <p:cNvSpPr/>
                    <p:nvPr/>
                  </p:nvSpPr>
                  <p:spPr>
                    <a:xfrm>
                      <a:off x="1251380" y="2035957"/>
                      <a:ext cx="2185737" cy="2027562"/>
                    </a:xfrm>
                    <a:prstGeom prst="flowChartProcess">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dirty="0"/>
                    </a:p>
                  </p:txBody>
                </p:sp>
                <p:pic>
                  <p:nvPicPr>
                    <p:cNvPr id="50" name="Graphic 49" descr="Typewriter with solid fill">
                      <a:extLst>
                        <a:ext uri="{FF2B5EF4-FFF2-40B4-BE49-F238E27FC236}">
                          <a16:creationId xmlns:a16="http://schemas.microsoft.com/office/drawing/2014/main" id="{7062AB7C-C335-871B-D3B5-E3EFBA21548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64103" y="2151561"/>
                      <a:ext cx="751573" cy="751573"/>
                    </a:xfrm>
                    <a:prstGeom prst="rect">
                      <a:avLst/>
                    </a:prstGeom>
                  </p:spPr>
                </p:pic>
                <p:pic>
                  <p:nvPicPr>
                    <p:cNvPr id="51" name="Graphic 50" descr="Customer review with solid fill">
                      <a:extLst>
                        <a:ext uri="{FF2B5EF4-FFF2-40B4-BE49-F238E27FC236}">
                          <a16:creationId xmlns:a16="http://schemas.microsoft.com/office/drawing/2014/main" id="{F7B1EF2C-B926-7EDA-6F1A-F96E192EEDC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64103" y="3428999"/>
                      <a:ext cx="751573" cy="546175"/>
                    </a:xfrm>
                    <a:prstGeom prst="rect">
                      <a:avLst/>
                    </a:prstGeom>
                  </p:spPr>
                </p:pic>
                <p:pic>
                  <p:nvPicPr>
                    <p:cNvPr id="52" name="Graphic 51" descr="Table with solid fill">
                      <a:extLst>
                        <a:ext uri="{FF2B5EF4-FFF2-40B4-BE49-F238E27FC236}">
                          <a16:creationId xmlns:a16="http://schemas.microsoft.com/office/drawing/2014/main" id="{2B196567-7143-58C4-9405-E16F899FEC3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525823" y="2035957"/>
                      <a:ext cx="914400" cy="914400"/>
                    </a:xfrm>
                    <a:prstGeom prst="rect">
                      <a:avLst/>
                    </a:prstGeom>
                  </p:spPr>
                </p:pic>
                <p:pic>
                  <p:nvPicPr>
                    <p:cNvPr id="53" name="Graphic 52" descr="Database with solid fill">
                      <a:extLst>
                        <a:ext uri="{FF2B5EF4-FFF2-40B4-BE49-F238E27FC236}">
                          <a16:creationId xmlns:a16="http://schemas.microsoft.com/office/drawing/2014/main" id="{FDB96DEA-1E65-BE3A-7346-804274B54B2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525823" y="3049737"/>
                      <a:ext cx="914400" cy="914400"/>
                    </a:xfrm>
                    <a:prstGeom prst="rect">
                      <a:avLst/>
                    </a:prstGeom>
                  </p:spPr>
                </p:pic>
              </p:grpSp>
              <p:pic>
                <p:nvPicPr>
                  <p:cNvPr id="47" name="Graphic 46" descr="Single gear outline">
                    <a:extLst>
                      <a:ext uri="{FF2B5EF4-FFF2-40B4-BE49-F238E27FC236}">
                        <a16:creationId xmlns:a16="http://schemas.microsoft.com/office/drawing/2014/main" id="{F24CBC08-0E4D-5177-2EF3-15546083DF2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325841" y="2946222"/>
                    <a:ext cx="540000" cy="540000"/>
                  </a:xfrm>
                  <a:prstGeom prst="rect">
                    <a:avLst/>
                  </a:prstGeom>
                </p:spPr>
              </p:pic>
              <p:sp>
                <p:nvSpPr>
                  <p:cNvPr id="48" name="TextBox 47">
                    <a:extLst>
                      <a:ext uri="{FF2B5EF4-FFF2-40B4-BE49-F238E27FC236}">
                        <a16:creationId xmlns:a16="http://schemas.microsoft.com/office/drawing/2014/main" id="{C5392154-F5E4-CC96-A802-BA135A7A04D7}"/>
                      </a:ext>
                    </a:extLst>
                  </p:cNvPr>
                  <p:cNvSpPr txBox="1"/>
                  <p:nvPr/>
                </p:nvSpPr>
                <p:spPr>
                  <a:xfrm>
                    <a:off x="1181350" y="3490557"/>
                    <a:ext cx="1094037" cy="215444"/>
                  </a:xfrm>
                  <a:prstGeom prst="rect">
                    <a:avLst/>
                  </a:prstGeom>
                  <a:noFill/>
                </p:spPr>
                <p:txBody>
                  <a:bodyPr wrap="square" rtlCol="0">
                    <a:spAutoFit/>
                  </a:bodyPr>
                  <a:lstStyle/>
                  <a:p>
                    <a:r>
                      <a:rPr lang="en-GB" sz="800" dirty="0"/>
                      <a:t>Data  ingestion</a:t>
                    </a:r>
                  </a:p>
                </p:txBody>
              </p:sp>
            </p:grpSp>
            <p:grpSp>
              <p:nvGrpSpPr>
                <p:cNvPr id="15" name="Group 14">
                  <a:extLst>
                    <a:ext uri="{FF2B5EF4-FFF2-40B4-BE49-F238E27FC236}">
                      <a16:creationId xmlns:a16="http://schemas.microsoft.com/office/drawing/2014/main" id="{276C5CCA-8ED6-1F93-0AB9-7F0E56717444}"/>
                    </a:ext>
                  </a:extLst>
                </p:cNvPr>
                <p:cNvGrpSpPr/>
                <p:nvPr/>
              </p:nvGrpSpPr>
              <p:grpSpPr>
                <a:xfrm>
                  <a:off x="2087501" y="2415944"/>
                  <a:ext cx="1165142" cy="2186347"/>
                  <a:chOff x="1703052" y="2440190"/>
                  <a:chExt cx="1165142" cy="2186347"/>
                </a:xfrm>
              </p:grpSpPr>
              <p:sp>
                <p:nvSpPr>
                  <p:cNvPr id="39" name="TextBox 38">
                    <a:extLst>
                      <a:ext uri="{FF2B5EF4-FFF2-40B4-BE49-F238E27FC236}">
                        <a16:creationId xmlns:a16="http://schemas.microsoft.com/office/drawing/2014/main" id="{D5B006C6-2CB3-756C-D4DA-85662A3CDD51}"/>
                      </a:ext>
                    </a:extLst>
                  </p:cNvPr>
                  <p:cNvSpPr txBox="1"/>
                  <p:nvPr/>
                </p:nvSpPr>
                <p:spPr>
                  <a:xfrm>
                    <a:off x="1832583" y="3194054"/>
                    <a:ext cx="877515" cy="215444"/>
                  </a:xfrm>
                  <a:prstGeom prst="rect">
                    <a:avLst/>
                  </a:prstGeom>
                  <a:noFill/>
                </p:spPr>
                <p:txBody>
                  <a:bodyPr wrap="square" rtlCol="0">
                    <a:spAutoFit/>
                  </a:bodyPr>
                  <a:lstStyle/>
                  <a:p>
                    <a:r>
                      <a:rPr lang="en-GB" sz="800" dirty="0"/>
                      <a:t>Shared Folder</a:t>
                    </a:r>
                  </a:p>
                </p:txBody>
              </p:sp>
              <p:sp>
                <p:nvSpPr>
                  <p:cNvPr id="40" name="TextBox 39">
                    <a:extLst>
                      <a:ext uri="{FF2B5EF4-FFF2-40B4-BE49-F238E27FC236}">
                        <a16:creationId xmlns:a16="http://schemas.microsoft.com/office/drawing/2014/main" id="{76BFCDA6-5977-42F5-2102-79DE641CFB2D}"/>
                      </a:ext>
                    </a:extLst>
                  </p:cNvPr>
                  <p:cNvSpPr txBox="1"/>
                  <p:nvPr/>
                </p:nvSpPr>
                <p:spPr>
                  <a:xfrm>
                    <a:off x="1990679" y="4167208"/>
                    <a:ext cx="877515" cy="215444"/>
                  </a:xfrm>
                  <a:prstGeom prst="rect">
                    <a:avLst/>
                  </a:prstGeom>
                  <a:noFill/>
                </p:spPr>
                <p:txBody>
                  <a:bodyPr wrap="square" rtlCol="0">
                    <a:spAutoFit/>
                  </a:bodyPr>
                  <a:lstStyle/>
                  <a:p>
                    <a:r>
                      <a:rPr lang="en-GB" sz="800" dirty="0"/>
                      <a:t>DB</a:t>
                    </a:r>
                  </a:p>
                </p:txBody>
              </p:sp>
              <p:pic>
                <p:nvPicPr>
                  <p:cNvPr id="41" name="Graphic 40" descr="Database with solid fill">
                    <a:extLst>
                      <a:ext uri="{FF2B5EF4-FFF2-40B4-BE49-F238E27FC236}">
                        <a16:creationId xmlns:a16="http://schemas.microsoft.com/office/drawing/2014/main" id="{0069C65F-3885-30C0-82FE-A12E816535B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880903" y="3635972"/>
                    <a:ext cx="573017" cy="535870"/>
                  </a:xfrm>
                  <a:prstGeom prst="rect">
                    <a:avLst/>
                  </a:prstGeom>
                </p:spPr>
              </p:pic>
              <p:pic>
                <p:nvPicPr>
                  <p:cNvPr id="42" name="Graphic 41" descr="Open folder outline">
                    <a:extLst>
                      <a:ext uri="{FF2B5EF4-FFF2-40B4-BE49-F238E27FC236}">
                        <a16:creationId xmlns:a16="http://schemas.microsoft.com/office/drawing/2014/main" id="{D5F723BF-79BE-3A57-86BA-C27A3603D69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969364" y="2731264"/>
                    <a:ext cx="482942" cy="482942"/>
                  </a:xfrm>
                  <a:prstGeom prst="rect">
                    <a:avLst/>
                  </a:prstGeom>
                </p:spPr>
              </p:pic>
              <p:sp>
                <p:nvSpPr>
                  <p:cNvPr id="43" name="Rectangle: Rounded Corners 42">
                    <a:extLst>
                      <a:ext uri="{FF2B5EF4-FFF2-40B4-BE49-F238E27FC236}">
                        <a16:creationId xmlns:a16="http://schemas.microsoft.com/office/drawing/2014/main" id="{8BE92275-D98C-A232-CE07-A31E94A71F95}"/>
                      </a:ext>
                    </a:extLst>
                  </p:cNvPr>
                  <p:cNvSpPr/>
                  <p:nvPr/>
                </p:nvSpPr>
                <p:spPr>
                  <a:xfrm>
                    <a:off x="1703052" y="2440190"/>
                    <a:ext cx="925144" cy="2186347"/>
                  </a:xfrm>
                  <a:prstGeom prst="roundRect">
                    <a:avLst/>
                  </a:prstGeom>
                  <a:noFill/>
                  <a:ln>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pSp>
              <p:nvGrpSpPr>
                <p:cNvPr id="16" name="Group 15">
                  <a:extLst>
                    <a:ext uri="{FF2B5EF4-FFF2-40B4-BE49-F238E27FC236}">
                      <a16:creationId xmlns:a16="http://schemas.microsoft.com/office/drawing/2014/main" id="{86F072AA-C4D8-0334-1050-E8891782550F}"/>
                    </a:ext>
                  </a:extLst>
                </p:cNvPr>
                <p:cNvGrpSpPr/>
                <p:nvPr/>
              </p:nvGrpSpPr>
              <p:grpSpPr>
                <a:xfrm>
                  <a:off x="3412767" y="2067145"/>
                  <a:ext cx="5899504" cy="2894729"/>
                  <a:chOff x="3635211" y="2033529"/>
                  <a:chExt cx="5899504" cy="2894729"/>
                </a:xfrm>
              </p:grpSpPr>
              <p:grpSp>
                <p:nvGrpSpPr>
                  <p:cNvPr id="24" name="Group 23">
                    <a:extLst>
                      <a:ext uri="{FF2B5EF4-FFF2-40B4-BE49-F238E27FC236}">
                        <a16:creationId xmlns:a16="http://schemas.microsoft.com/office/drawing/2014/main" id="{B2627AC4-BAC8-397F-C80C-1C35EBBEFA45}"/>
                      </a:ext>
                    </a:extLst>
                  </p:cNvPr>
                  <p:cNvGrpSpPr/>
                  <p:nvPr/>
                </p:nvGrpSpPr>
                <p:grpSpPr>
                  <a:xfrm>
                    <a:off x="3635211" y="2033529"/>
                    <a:ext cx="5899504" cy="2718876"/>
                    <a:chOff x="2837335" y="2076824"/>
                    <a:chExt cx="5899504" cy="2718876"/>
                  </a:xfrm>
                </p:grpSpPr>
                <p:graphicFrame>
                  <p:nvGraphicFramePr>
                    <p:cNvPr id="26" name="Diagram 25">
                      <a:extLst>
                        <a:ext uri="{FF2B5EF4-FFF2-40B4-BE49-F238E27FC236}">
                          <a16:creationId xmlns:a16="http://schemas.microsoft.com/office/drawing/2014/main" id="{166147FD-2549-A995-2220-901EBBA5C4D2}"/>
                        </a:ext>
                      </a:extLst>
                    </p:cNvPr>
                    <p:cNvGraphicFramePr/>
                    <p:nvPr>
                      <p:extLst>
                        <p:ext uri="{D42A27DB-BD31-4B8C-83A1-F6EECF244321}">
                          <p14:modId xmlns:p14="http://schemas.microsoft.com/office/powerpoint/2010/main" val="3325404613"/>
                        </p:ext>
                      </p:extLst>
                    </p:nvPr>
                  </p:nvGraphicFramePr>
                  <p:xfrm>
                    <a:off x="2837335" y="2679361"/>
                    <a:ext cx="2045320" cy="1702879"/>
                  </p:xfrm>
                  <a:graphic>
                    <a:graphicData uri="http://schemas.openxmlformats.org/drawingml/2006/diagram">
                      <dgm:relIds xmlns:dgm="http://schemas.openxmlformats.org/drawingml/2006/diagram" xmlns:r="http://schemas.openxmlformats.org/officeDocument/2006/relationships" r:dm="rId10" r:lo="rId11" r:qs="rId12" r:cs="rId13"/>
                    </a:graphicData>
                  </a:graphic>
                </p:graphicFrame>
                <p:pic>
                  <p:nvPicPr>
                    <p:cNvPr id="27" name="Picture 4" descr="Image result for AI icon&quot;">
                      <a:extLst>
                        <a:ext uri="{FF2B5EF4-FFF2-40B4-BE49-F238E27FC236}">
                          <a16:creationId xmlns:a16="http://schemas.microsoft.com/office/drawing/2014/main" id="{FEE49A36-C8FC-7E66-91C9-D6FF8A4ADEB1}"/>
                        </a:ext>
                      </a:extLst>
                    </p:cNvPr>
                    <p:cNvPicPr>
                      <a:picLocks noChangeAspect="1" noChangeArrowheads="1"/>
                    </p:cNvPicPr>
                    <p:nvPr/>
                  </p:nvPicPr>
                  <p:blipFill>
                    <a:blip r:embed="rId15" cstate="print">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058888" y="2973951"/>
                      <a:ext cx="615816" cy="607648"/>
                    </a:xfrm>
                    <a:prstGeom prst="rect">
                      <a:avLst/>
                    </a:prstGeom>
                    <a:noFill/>
                    <a:extLst>
                      <a:ext uri="{909E8E84-426E-40DD-AFC4-6F175D3DCCD1}">
                        <a14:hiddenFill xmlns:a14="http://schemas.microsoft.com/office/drawing/2010/main">
                          <a:solidFill>
                            <a:srgbClr val="FFFFFF"/>
                          </a:solidFill>
                        </a14:hiddenFill>
                      </a:ext>
                    </a:extLst>
                  </p:spPr>
                </p:pic>
                <p:sp>
                  <p:nvSpPr>
                    <p:cNvPr id="28" name="TextBox 27">
                      <a:extLst>
                        <a:ext uri="{FF2B5EF4-FFF2-40B4-BE49-F238E27FC236}">
                          <a16:creationId xmlns:a16="http://schemas.microsoft.com/office/drawing/2014/main" id="{589B7C1F-89EE-F4BC-6A75-A224F35CB1E1}"/>
                        </a:ext>
                      </a:extLst>
                    </p:cNvPr>
                    <p:cNvSpPr txBox="1"/>
                    <p:nvPr/>
                  </p:nvSpPr>
                  <p:spPr>
                    <a:xfrm>
                      <a:off x="5058887" y="3817933"/>
                      <a:ext cx="877515" cy="461665"/>
                    </a:xfrm>
                    <a:prstGeom prst="rect">
                      <a:avLst/>
                    </a:prstGeom>
                    <a:noFill/>
                  </p:spPr>
                  <p:txBody>
                    <a:bodyPr wrap="square" rtlCol="0">
                      <a:spAutoFit/>
                    </a:bodyPr>
                    <a:lstStyle/>
                    <a:p>
                      <a:r>
                        <a:rPr lang="en-GB" sz="800" dirty="0"/>
                        <a:t>NLP,</a:t>
                      </a:r>
                    </a:p>
                    <a:p>
                      <a:r>
                        <a:rPr lang="en-GB" sz="800" dirty="0"/>
                        <a:t>Similarity  Classification</a:t>
                      </a:r>
                    </a:p>
                  </p:txBody>
                </p:sp>
                <p:pic>
                  <p:nvPicPr>
                    <p:cNvPr id="29" name="Picture 28">
                      <a:extLst>
                        <a:ext uri="{FF2B5EF4-FFF2-40B4-BE49-F238E27FC236}">
                          <a16:creationId xmlns:a16="http://schemas.microsoft.com/office/drawing/2014/main" id="{C21666E7-40AA-0553-9109-B4FB88315A6A}"/>
                        </a:ext>
                      </a:extLst>
                    </p:cNvPr>
                    <p:cNvPicPr>
                      <a:picLocks noChangeAspect="1"/>
                    </p:cNvPicPr>
                    <p:nvPr/>
                  </p:nvPicPr>
                  <p:blipFill>
                    <a:blip r:embed="rId16"/>
                    <a:stretch>
                      <a:fillRect/>
                    </a:stretch>
                  </p:blipFill>
                  <p:spPr>
                    <a:xfrm>
                      <a:off x="6251931" y="2557340"/>
                      <a:ext cx="894242" cy="935596"/>
                    </a:xfrm>
                    <a:prstGeom prst="rect">
                      <a:avLst/>
                    </a:prstGeom>
                  </p:spPr>
                </p:pic>
                <p:sp>
                  <p:nvSpPr>
                    <p:cNvPr id="30" name="Rectangle: Rounded Corners 29">
                      <a:extLst>
                        <a:ext uri="{FF2B5EF4-FFF2-40B4-BE49-F238E27FC236}">
                          <a16:creationId xmlns:a16="http://schemas.microsoft.com/office/drawing/2014/main" id="{920D205A-FF35-1DEF-1A31-E216EF732616}"/>
                        </a:ext>
                      </a:extLst>
                    </p:cNvPr>
                    <p:cNvSpPr/>
                    <p:nvPr/>
                  </p:nvSpPr>
                  <p:spPr>
                    <a:xfrm>
                      <a:off x="6160142" y="2505159"/>
                      <a:ext cx="1022586" cy="1023631"/>
                    </a:xfrm>
                    <a:prstGeom prst="roundRect">
                      <a:avLst/>
                    </a:prstGeom>
                    <a:noFill/>
                    <a:ln>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31" name="Picture 4">
                      <a:extLst>
                        <a:ext uri="{FF2B5EF4-FFF2-40B4-BE49-F238E27FC236}">
                          <a16:creationId xmlns:a16="http://schemas.microsoft.com/office/drawing/2014/main" id="{26FB6B1F-29F1-B539-5B99-44D487A3C229}"/>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239491" y="3759855"/>
                      <a:ext cx="881227" cy="792458"/>
                    </a:xfrm>
                    <a:prstGeom prst="rect">
                      <a:avLst/>
                    </a:prstGeom>
                    <a:noFill/>
                    <a:extLst>
                      <a:ext uri="{909E8E84-426E-40DD-AFC4-6F175D3DCCD1}">
                        <a14:hiddenFill xmlns:a14="http://schemas.microsoft.com/office/drawing/2010/main">
                          <a:solidFill>
                            <a:srgbClr val="FFFFFF"/>
                          </a:solidFill>
                        </a14:hiddenFill>
                      </a:ext>
                    </a:extLst>
                  </p:spPr>
                </p:pic>
                <p:sp>
                  <p:nvSpPr>
                    <p:cNvPr id="32" name="Rectangle: Rounded Corners 31">
                      <a:extLst>
                        <a:ext uri="{FF2B5EF4-FFF2-40B4-BE49-F238E27FC236}">
                          <a16:creationId xmlns:a16="http://schemas.microsoft.com/office/drawing/2014/main" id="{092EAB6B-7BE9-04EF-B966-48258DA0A62E}"/>
                        </a:ext>
                      </a:extLst>
                    </p:cNvPr>
                    <p:cNvSpPr/>
                    <p:nvPr/>
                  </p:nvSpPr>
                  <p:spPr>
                    <a:xfrm>
                      <a:off x="6131521" y="3709921"/>
                      <a:ext cx="1051208" cy="929506"/>
                    </a:xfrm>
                    <a:prstGeom prst="roundRect">
                      <a:avLst/>
                    </a:prstGeom>
                    <a:noFill/>
                    <a:ln>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3" name="Rectangle: Rounded Corners 32">
                      <a:extLst>
                        <a:ext uri="{FF2B5EF4-FFF2-40B4-BE49-F238E27FC236}">
                          <a16:creationId xmlns:a16="http://schemas.microsoft.com/office/drawing/2014/main" id="{E64F6A10-99F1-C651-72B7-E66E1FC347EA}"/>
                        </a:ext>
                      </a:extLst>
                    </p:cNvPr>
                    <p:cNvSpPr/>
                    <p:nvPr/>
                  </p:nvSpPr>
                  <p:spPr>
                    <a:xfrm>
                      <a:off x="2936763" y="2436344"/>
                      <a:ext cx="5800076" cy="2359356"/>
                    </a:xfrm>
                    <a:prstGeom prst="roundRect">
                      <a:avLst/>
                    </a:prstGeom>
                    <a:noFill/>
                    <a:ln>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34" name="Picture 33">
                      <a:extLst>
                        <a:ext uri="{FF2B5EF4-FFF2-40B4-BE49-F238E27FC236}">
                          <a16:creationId xmlns:a16="http://schemas.microsoft.com/office/drawing/2014/main" id="{6410EFD9-AD33-7B88-A02C-84A58FA2E3C8}"/>
                        </a:ext>
                      </a:extLst>
                    </p:cNvPr>
                    <p:cNvPicPr>
                      <a:picLocks noChangeAspect="1"/>
                    </p:cNvPicPr>
                    <p:nvPr/>
                  </p:nvPicPr>
                  <p:blipFill>
                    <a:blip r:embed="rId18"/>
                    <a:stretch>
                      <a:fillRect/>
                    </a:stretch>
                  </p:blipFill>
                  <p:spPr>
                    <a:xfrm>
                      <a:off x="7674487" y="2684588"/>
                      <a:ext cx="417887" cy="494899"/>
                    </a:xfrm>
                    <a:prstGeom prst="rect">
                      <a:avLst/>
                    </a:prstGeom>
                  </p:spPr>
                </p:pic>
                <p:pic>
                  <p:nvPicPr>
                    <p:cNvPr id="35" name="Picture 10" descr="Fn4media REST API | Odoo Apps">
                      <a:extLst>
                        <a:ext uri="{FF2B5EF4-FFF2-40B4-BE49-F238E27FC236}">
                          <a16:creationId xmlns:a16="http://schemas.microsoft.com/office/drawing/2014/main" id="{3AB7D77B-47C6-473E-72B1-112CB00B70C4}"/>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643005" y="3636818"/>
                      <a:ext cx="571547" cy="494899"/>
                    </a:xfrm>
                    <a:prstGeom prst="rect">
                      <a:avLst/>
                    </a:prstGeom>
                    <a:noFill/>
                    <a:extLst>
                      <a:ext uri="{909E8E84-426E-40DD-AFC4-6F175D3DCCD1}">
                        <a14:hiddenFill xmlns:a14="http://schemas.microsoft.com/office/drawing/2010/main">
                          <a:solidFill>
                            <a:srgbClr val="FFFFFF"/>
                          </a:solidFill>
                        </a14:hiddenFill>
                      </a:ext>
                    </a:extLst>
                  </p:spPr>
                </p:pic>
                <p:sp>
                  <p:nvSpPr>
                    <p:cNvPr id="36" name="TextBox 35">
                      <a:extLst>
                        <a:ext uri="{FF2B5EF4-FFF2-40B4-BE49-F238E27FC236}">
                          <a16:creationId xmlns:a16="http://schemas.microsoft.com/office/drawing/2014/main" id="{3F0B5739-8FB7-806F-DCBE-5A3D2A13BCFE}"/>
                        </a:ext>
                      </a:extLst>
                    </p:cNvPr>
                    <p:cNvSpPr txBox="1"/>
                    <p:nvPr/>
                  </p:nvSpPr>
                  <p:spPr>
                    <a:xfrm>
                      <a:off x="7643005" y="4220623"/>
                      <a:ext cx="877515" cy="338554"/>
                    </a:xfrm>
                    <a:prstGeom prst="rect">
                      <a:avLst/>
                    </a:prstGeom>
                    <a:noFill/>
                  </p:spPr>
                  <p:txBody>
                    <a:bodyPr wrap="square" rtlCol="0">
                      <a:spAutoFit/>
                    </a:bodyPr>
                    <a:lstStyle/>
                    <a:p>
                      <a:r>
                        <a:rPr lang="en-GB" sz="800" dirty="0"/>
                        <a:t>Serialized Python Model</a:t>
                      </a:r>
                    </a:p>
                  </p:txBody>
                </p:sp>
                <p:sp>
                  <p:nvSpPr>
                    <p:cNvPr id="37" name="Google Shape;198;p8">
                      <a:extLst>
                        <a:ext uri="{FF2B5EF4-FFF2-40B4-BE49-F238E27FC236}">
                          <a16:creationId xmlns:a16="http://schemas.microsoft.com/office/drawing/2014/main" id="{C8736342-3B0C-A50A-11A4-236E71636DE4}"/>
                        </a:ext>
                      </a:extLst>
                    </p:cNvPr>
                    <p:cNvSpPr/>
                    <p:nvPr/>
                  </p:nvSpPr>
                  <p:spPr bwMode="gray">
                    <a:xfrm>
                      <a:off x="3819107" y="2076824"/>
                      <a:ext cx="528646" cy="428335"/>
                    </a:xfrm>
                    <a:custGeom>
                      <a:avLst/>
                      <a:gdLst/>
                      <a:ahLst/>
                      <a:cxnLst/>
                      <a:rect l="l" t="t" r="r" b="b"/>
                      <a:pathLst>
                        <a:path w="7419" h="5928" extrusionOk="0">
                          <a:moveTo>
                            <a:pt x="1845" y="1473"/>
                          </a:moveTo>
                          <a:lnTo>
                            <a:pt x="1734" y="1492"/>
                          </a:lnTo>
                          <a:lnTo>
                            <a:pt x="1622" y="1510"/>
                          </a:lnTo>
                          <a:lnTo>
                            <a:pt x="1417" y="1566"/>
                          </a:lnTo>
                          <a:lnTo>
                            <a:pt x="1230" y="1678"/>
                          </a:lnTo>
                          <a:lnTo>
                            <a:pt x="1063" y="1809"/>
                          </a:lnTo>
                          <a:lnTo>
                            <a:pt x="932" y="1976"/>
                          </a:lnTo>
                          <a:lnTo>
                            <a:pt x="820" y="2163"/>
                          </a:lnTo>
                          <a:lnTo>
                            <a:pt x="764" y="2368"/>
                          </a:lnTo>
                          <a:lnTo>
                            <a:pt x="746" y="2480"/>
                          </a:lnTo>
                          <a:lnTo>
                            <a:pt x="746" y="2591"/>
                          </a:lnTo>
                          <a:lnTo>
                            <a:pt x="746" y="2703"/>
                          </a:lnTo>
                          <a:lnTo>
                            <a:pt x="764" y="2815"/>
                          </a:lnTo>
                          <a:lnTo>
                            <a:pt x="820" y="3020"/>
                          </a:lnTo>
                          <a:lnTo>
                            <a:pt x="932" y="3207"/>
                          </a:lnTo>
                          <a:lnTo>
                            <a:pt x="1063" y="3374"/>
                          </a:lnTo>
                          <a:lnTo>
                            <a:pt x="1230" y="3523"/>
                          </a:lnTo>
                          <a:lnTo>
                            <a:pt x="1417" y="3617"/>
                          </a:lnTo>
                          <a:lnTo>
                            <a:pt x="1622" y="3691"/>
                          </a:lnTo>
                          <a:lnTo>
                            <a:pt x="1734" y="3691"/>
                          </a:lnTo>
                          <a:lnTo>
                            <a:pt x="1845" y="3710"/>
                          </a:lnTo>
                          <a:lnTo>
                            <a:pt x="1957" y="3691"/>
                          </a:lnTo>
                          <a:lnTo>
                            <a:pt x="2069" y="3691"/>
                          </a:lnTo>
                          <a:lnTo>
                            <a:pt x="2293" y="3617"/>
                          </a:lnTo>
                          <a:lnTo>
                            <a:pt x="2479" y="3523"/>
                          </a:lnTo>
                          <a:lnTo>
                            <a:pt x="2628" y="3374"/>
                          </a:lnTo>
                          <a:lnTo>
                            <a:pt x="2777" y="3207"/>
                          </a:lnTo>
                          <a:lnTo>
                            <a:pt x="2871" y="3020"/>
                          </a:lnTo>
                          <a:lnTo>
                            <a:pt x="2945" y="2815"/>
                          </a:lnTo>
                          <a:lnTo>
                            <a:pt x="2964" y="2703"/>
                          </a:lnTo>
                          <a:lnTo>
                            <a:pt x="2964" y="2591"/>
                          </a:lnTo>
                          <a:lnTo>
                            <a:pt x="2964" y="2480"/>
                          </a:lnTo>
                          <a:lnTo>
                            <a:pt x="2945" y="2368"/>
                          </a:lnTo>
                          <a:lnTo>
                            <a:pt x="2871" y="2163"/>
                          </a:lnTo>
                          <a:lnTo>
                            <a:pt x="2777" y="1976"/>
                          </a:lnTo>
                          <a:lnTo>
                            <a:pt x="2628" y="1809"/>
                          </a:lnTo>
                          <a:lnTo>
                            <a:pt x="2479" y="1678"/>
                          </a:lnTo>
                          <a:lnTo>
                            <a:pt x="2293" y="1566"/>
                          </a:lnTo>
                          <a:lnTo>
                            <a:pt x="2069" y="1510"/>
                          </a:lnTo>
                          <a:lnTo>
                            <a:pt x="1957" y="1492"/>
                          </a:lnTo>
                          <a:lnTo>
                            <a:pt x="1845" y="1473"/>
                          </a:lnTo>
                          <a:close/>
                          <a:moveTo>
                            <a:pt x="2293" y="0"/>
                          </a:moveTo>
                          <a:lnTo>
                            <a:pt x="2200" y="38"/>
                          </a:lnTo>
                          <a:lnTo>
                            <a:pt x="2106" y="94"/>
                          </a:lnTo>
                          <a:lnTo>
                            <a:pt x="2013" y="168"/>
                          </a:lnTo>
                          <a:lnTo>
                            <a:pt x="1939" y="243"/>
                          </a:lnTo>
                          <a:lnTo>
                            <a:pt x="1901" y="336"/>
                          </a:lnTo>
                          <a:lnTo>
                            <a:pt x="1864" y="448"/>
                          </a:lnTo>
                          <a:lnTo>
                            <a:pt x="1845" y="560"/>
                          </a:lnTo>
                          <a:lnTo>
                            <a:pt x="1845" y="1100"/>
                          </a:lnTo>
                          <a:lnTo>
                            <a:pt x="2050" y="1119"/>
                          </a:lnTo>
                          <a:lnTo>
                            <a:pt x="2237" y="1156"/>
                          </a:lnTo>
                          <a:lnTo>
                            <a:pt x="2423" y="1231"/>
                          </a:lnTo>
                          <a:lnTo>
                            <a:pt x="2591" y="1305"/>
                          </a:lnTo>
                          <a:lnTo>
                            <a:pt x="2591" y="727"/>
                          </a:lnTo>
                          <a:lnTo>
                            <a:pt x="6673" y="727"/>
                          </a:lnTo>
                          <a:lnTo>
                            <a:pt x="6673" y="4083"/>
                          </a:lnTo>
                          <a:lnTo>
                            <a:pt x="5928" y="4083"/>
                          </a:lnTo>
                          <a:lnTo>
                            <a:pt x="5928" y="3337"/>
                          </a:lnTo>
                          <a:lnTo>
                            <a:pt x="4455" y="3337"/>
                          </a:lnTo>
                          <a:lnTo>
                            <a:pt x="4455" y="4083"/>
                          </a:lnTo>
                          <a:lnTo>
                            <a:pt x="3560" y="4083"/>
                          </a:lnTo>
                          <a:lnTo>
                            <a:pt x="3728" y="4232"/>
                          </a:lnTo>
                          <a:lnTo>
                            <a:pt x="3859" y="4418"/>
                          </a:lnTo>
                          <a:lnTo>
                            <a:pt x="3952" y="4605"/>
                          </a:lnTo>
                          <a:lnTo>
                            <a:pt x="4026" y="4828"/>
                          </a:lnTo>
                          <a:lnTo>
                            <a:pt x="6860" y="4828"/>
                          </a:lnTo>
                          <a:lnTo>
                            <a:pt x="6971" y="4810"/>
                          </a:lnTo>
                          <a:lnTo>
                            <a:pt x="7083" y="4772"/>
                          </a:lnTo>
                          <a:lnTo>
                            <a:pt x="7176" y="4716"/>
                          </a:lnTo>
                          <a:lnTo>
                            <a:pt x="7251" y="4642"/>
                          </a:lnTo>
                          <a:lnTo>
                            <a:pt x="7326" y="4567"/>
                          </a:lnTo>
                          <a:lnTo>
                            <a:pt x="7381" y="4474"/>
                          </a:lnTo>
                          <a:lnTo>
                            <a:pt x="7400" y="4362"/>
                          </a:lnTo>
                          <a:lnTo>
                            <a:pt x="7419" y="4250"/>
                          </a:lnTo>
                          <a:lnTo>
                            <a:pt x="7419" y="560"/>
                          </a:lnTo>
                          <a:lnTo>
                            <a:pt x="7400" y="448"/>
                          </a:lnTo>
                          <a:lnTo>
                            <a:pt x="7381" y="336"/>
                          </a:lnTo>
                          <a:lnTo>
                            <a:pt x="7326" y="243"/>
                          </a:lnTo>
                          <a:lnTo>
                            <a:pt x="7251" y="168"/>
                          </a:lnTo>
                          <a:lnTo>
                            <a:pt x="7176" y="94"/>
                          </a:lnTo>
                          <a:lnTo>
                            <a:pt x="7083" y="38"/>
                          </a:lnTo>
                          <a:lnTo>
                            <a:pt x="6971" y="0"/>
                          </a:lnTo>
                          <a:close/>
                          <a:moveTo>
                            <a:pt x="1156" y="4083"/>
                          </a:moveTo>
                          <a:lnTo>
                            <a:pt x="1025" y="4101"/>
                          </a:lnTo>
                          <a:lnTo>
                            <a:pt x="913" y="4139"/>
                          </a:lnTo>
                          <a:lnTo>
                            <a:pt x="783" y="4176"/>
                          </a:lnTo>
                          <a:lnTo>
                            <a:pt x="671" y="4232"/>
                          </a:lnTo>
                          <a:lnTo>
                            <a:pt x="559" y="4306"/>
                          </a:lnTo>
                          <a:lnTo>
                            <a:pt x="466" y="4381"/>
                          </a:lnTo>
                          <a:lnTo>
                            <a:pt x="373" y="4455"/>
                          </a:lnTo>
                          <a:lnTo>
                            <a:pt x="280" y="4549"/>
                          </a:lnTo>
                          <a:lnTo>
                            <a:pt x="205" y="4660"/>
                          </a:lnTo>
                          <a:lnTo>
                            <a:pt x="149" y="4754"/>
                          </a:lnTo>
                          <a:lnTo>
                            <a:pt x="93" y="4884"/>
                          </a:lnTo>
                          <a:lnTo>
                            <a:pt x="56" y="4996"/>
                          </a:lnTo>
                          <a:lnTo>
                            <a:pt x="19" y="5126"/>
                          </a:lnTo>
                          <a:lnTo>
                            <a:pt x="0" y="5257"/>
                          </a:lnTo>
                          <a:lnTo>
                            <a:pt x="0" y="5387"/>
                          </a:lnTo>
                          <a:lnTo>
                            <a:pt x="0" y="5499"/>
                          </a:lnTo>
                          <a:lnTo>
                            <a:pt x="37" y="5592"/>
                          </a:lnTo>
                          <a:lnTo>
                            <a:pt x="93" y="5686"/>
                          </a:lnTo>
                          <a:lnTo>
                            <a:pt x="168" y="5779"/>
                          </a:lnTo>
                          <a:lnTo>
                            <a:pt x="242" y="5835"/>
                          </a:lnTo>
                          <a:lnTo>
                            <a:pt x="336" y="5891"/>
                          </a:lnTo>
                          <a:lnTo>
                            <a:pt x="447" y="5928"/>
                          </a:lnTo>
                          <a:lnTo>
                            <a:pt x="3262" y="5928"/>
                          </a:lnTo>
                          <a:lnTo>
                            <a:pt x="3374" y="5891"/>
                          </a:lnTo>
                          <a:lnTo>
                            <a:pt x="3467" y="5835"/>
                          </a:lnTo>
                          <a:lnTo>
                            <a:pt x="3542" y="5779"/>
                          </a:lnTo>
                          <a:lnTo>
                            <a:pt x="3616" y="5686"/>
                          </a:lnTo>
                          <a:lnTo>
                            <a:pt x="3653" y="5592"/>
                          </a:lnTo>
                          <a:lnTo>
                            <a:pt x="3691" y="5499"/>
                          </a:lnTo>
                          <a:lnTo>
                            <a:pt x="3709" y="5387"/>
                          </a:lnTo>
                          <a:lnTo>
                            <a:pt x="3709" y="5257"/>
                          </a:lnTo>
                          <a:lnTo>
                            <a:pt x="3672" y="5126"/>
                          </a:lnTo>
                          <a:lnTo>
                            <a:pt x="3653" y="4996"/>
                          </a:lnTo>
                          <a:lnTo>
                            <a:pt x="3598" y="4884"/>
                          </a:lnTo>
                          <a:lnTo>
                            <a:pt x="3560" y="4754"/>
                          </a:lnTo>
                          <a:lnTo>
                            <a:pt x="3486" y="4660"/>
                          </a:lnTo>
                          <a:lnTo>
                            <a:pt x="3411" y="4549"/>
                          </a:lnTo>
                          <a:lnTo>
                            <a:pt x="3337" y="4455"/>
                          </a:lnTo>
                          <a:lnTo>
                            <a:pt x="3243" y="4381"/>
                          </a:lnTo>
                          <a:lnTo>
                            <a:pt x="3132" y="4306"/>
                          </a:lnTo>
                          <a:lnTo>
                            <a:pt x="3020" y="4232"/>
                          </a:lnTo>
                          <a:lnTo>
                            <a:pt x="2908" y="4176"/>
                          </a:lnTo>
                          <a:lnTo>
                            <a:pt x="2796" y="4139"/>
                          </a:lnTo>
                          <a:lnTo>
                            <a:pt x="2666" y="4101"/>
                          </a:lnTo>
                          <a:lnTo>
                            <a:pt x="2535" y="4083"/>
                          </a:lnTo>
                          <a:lnTo>
                            <a:pt x="2330" y="4083"/>
                          </a:lnTo>
                          <a:lnTo>
                            <a:pt x="2088" y="4157"/>
                          </a:lnTo>
                          <a:lnTo>
                            <a:pt x="1845" y="4176"/>
                          </a:lnTo>
                          <a:lnTo>
                            <a:pt x="1603" y="4157"/>
                          </a:lnTo>
                          <a:lnTo>
                            <a:pt x="1379" y="4083"/>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00"/>
                    </a:p>
                  </p:txBody>
                </p:sp>
                <p:sp>
                  <p:nvSpPr>
                    <p:cNvPr id="38" name="TextBox 37">
                      <a:extLst>
                        <a:ext uri="{FF2B5EF4-FFF2-40B4-BE49-F238E27FC236}">
                          <a16:creationId xmlns:a16="http://schemas.microsoft.com/office/drawing/2014/main" id="{E0BEBC5C-2867-0D4E-4C51-4F9FA9167E99}"/>
                        </a:ext>
                      </a:extLst>
                    </p:cNvPr>
                    <p:cNvSpPr txBox="1"/>
                    <p:nvPr/>
                  </p:nvSpPr>
                  <p:spPr bwMode="gray">
                    <a:xfrm>
                      <a:off x="4399478" y="2239584"/>
                      <a:ext cx="1661238" cy="327880"/>
                    </a:xfrm>
                    <a:prstGeom prst="roundRect">
                      <a:avLst>
                        <a:gd name="adj" fmla="val 30058"/>
                      </a:avLst>
                    </a:prstGeom>
                    <a:solidFill>
                      <a:schemeClr val="bg1">
                        <a:lumMod val="95000"/>
                      </a:schemeClr>
                    </a:solidFill>
                    <a:ln w="19050">
                      <a:solidFill>
                        <a:schemeClr val="tx1"/>
                      </a:solidFill>
                    </a:ln>
                  </p:spPr>
                  <p:txBody>
                    <a:bodyPr wrap="square" rtlCol="0" anchor="ctr">
                      <a:noAutofit/>
                    </a:bodyPr>
                    <a:lstStyle/>
                    <a:p>
                      <a:pPr algn="ctr"/>
                      <a:r>
                        <a:rPr lang="en-US" sz="800" b="1" dirty="0">
                          <a:latin typeface="+mj-lt"/>
                        </a:rPr>
                        <a:t>DEVELOPMENT</a:t>
                      </a:r>
                    </a:p>
                  </p:txBody>
                </p:sp>
              </p:grpSp>
              <p:sp>
                <p:nvSpPr>
                  <p:cNvPr id="25" name="TextBox 24">
                    <a:extLst>
                      <a:ext uri="{FF2B5EF4-FFF2-40B4-BE49-F238E27FC236}">
                        <a16:creationId xmlns:a16="http://schemas.microsoft.com/office/drawing/2014/main" id="{7A8C71B2-2857-ABC3-7208-D641EEA951D5}"/>
                      </a:ext>
                    </a:extLst>
                  </p:cNvPr>
                  <p:cNvSpPr txBox="1"/>
                  <p:nvPr/>
                </p:nvSpPr>
                <p:spPr bwMode="gray">
                  <a:xfrm>
                    <a:off x="5209842" y="4600378"/>
                    <a:ext cx="1661238" cy="327880"/>
                  </a:xfrm>
                  <a:prstGeom prst="roundRect">
                    <a:avLst>
                      <a:gd name="adj" fmla="val 30058"/>
                    </a:avLst>
                  </a:prstGeom>
                  <a:solidFill>
                    <a:schemeClr val="bg1">
                      <a:lumMod val="95000"/>
                    </a:schemeClr>
                  </a:solidFill>
                  <a:ln w="19050">
                    <a:solidFill>
                      <a:schemeClr val="tx1"/>
                    </a:solidFill>
                  </a:ln>
                </p:spPr>
                <p:txBody>
                  <a:bodyPr wrap="square" rtlCol="0" anchor="ctr">
                    <a:noAutofit/>
                  </a:bodyPr>
                  <a:lstStyle/>
                  <a:p>
                    <a:pPr algn="ctr"/>
                    <a:r>
                      <a:rPr lang="en-US" sz="800" b="1" dirty="0">
                        <a:latin typeface="+mj-lt"/>
                      </a:rPr>
                      <a:t>MONITORING AND REMODELING</a:t>
                    </a:r>
                  </a:p>
                </p:txBody>
              </p:sp>
            </p:grpSp>
            <p:sp>
              <p:nvSpPr>
                <p:cNvPr id="17" name="Rectangle 16">
                  <a:extLst>
                    <a:ext uri="{FF2B5EF4-FFF2-40B4-BE49-F238E27FC236}">
                      <a16:creationId xmlns:a16="http://schemas.microsoft.com/office/drawing/2014/main" id="{1B9E3331-A924-3239-F33B-328D84A9D055}"/>
                    </a:ext>
                  </a:extLst>
                </p:cNvPr>
                <p:cNvSpPr/>
                <p:nvPr/>
              </p:nvSpPr>
              <p:spPr bwMode="gray">
                <a:xfrm>
                  <a:off x="4506884" y="5187467"/>
                  <a:ext cx="2308038" cy="153888"/>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a:spAutoFit/>
                </a:bodyPr>
                <a:lstStyle/>
                <a:p>
                  <a:pPr algn="ctr"/>
                  <a:r>
                    <a:rPr lang="en-US" sz="1000" b="1" dirty="0"/>
                    <a:t>Development and Deployment </a:t>
                  </a:r>
                </a:p>
              </p:txBody>
            </p:sp>
            <p:grpSp>
              <p:nvGrpSpPr>
                <p:cNvPr id="18" name="Group 17">
                  <a:extLst>
                    <a:ext uri="{FF2B5EF4-FFF2-40B4-BE49-F238E27FC236}">
                      <a16:creationId xmlns:a16="http://schemas.microsoft.com/office/drawing/2014/main" id="{A54E07B6-3D4C-22E9-6243-30A765E3AAA8}"/>
                    </a:ext>
                  </a:extLst>
                </p:cNvPr>
                <p:cNvGrpSpPr/>
                <p:nvPr/>
              </p:nvGrpSpPr>
              <p:grpSpPr>
                <a:xfrm>
                  <a:off x="10049529" y="2393048"/>
                  <a:ext cx="1511754" cy="2186347"/>
                  <a:chOff x="10452151" y="2393049"/>
                  <a:chExt cx="1511754" cy="2186347"/>
                </a:xfrm>
              </p:grpSpPr>
              <p:sp>
                <p:nvSpPr>
                  <p:cNvPr id="22" name="Rectangle: Rounded Corners 21">
                    <a:extLst>
                      <a:ext uri="{FF2B5EF4-FFF2-40B4-BE49-F238E27FC236}">
                        <a16:creationId xmlns:a16="http://schemas.microsoft.com/office/drawing/2014/main" id="{FD3A95AD-360F-638A-C18A-49F429A00717}"/>
                      </a:ext>
                    </a:extLst>
                  </p:cNvPr>
                  <p:cNvSpPr/>
                  <p:nvPr/>
                </p:nvSpPr>
                <p:spPr>
                  <a:xfrm>
                    <a:off x="10452151" y="2393049"/>
                    <a:ext cx="1511754" cy="2186347"/>
                  </a:xfrm>
                  <a:prstGeom prst="roundRect">
                    <a:avLst/>
                  </a:prstGeom>
                  <a:noFill/>
                  <a:ln>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23" name="Picture 22">
                    <a:extLst>
                      <a:ext uri="{FF2B5EF4-FFF2-40B4-BE49-F238E27FC236}">
                        <a16:creationId xmlns:a16="http://schemas.microsoft.com/office/drawing/2014/main" id="{245235AC-F88E-1528-A2A9-88C4FD36B5C6}"/>
                      </a:ext>
                    </a:extLst>
                  </p:cNvPr>
                  <p:cNvPicPr>
                    <a:picLocks noChangeAspect="1"/>
                  </p:cNvPicPr>
                  <p:nvPr/>
                </p:nvPicPr>
                <p:blipFill>
                  <a:blip r:embed="rId20"/>
                  <a:stretch>
                    <a:fillRect/>
                  </a:stretch>
                </p:blipFill>
                <p:spPr>
                  <a:xfrm>
                    <a:off x="10494383" y="3006362"/>
                    <a:ext cx="1388747" cy="818077"/>
                  </a:xfrm>
                  <a:prstGeom prst="rect">
                    <a:avLst/>
                  </a:prstGeom>
                </p:spPr>
                <p:style>
                  <a:lnRef idx="2">
                    <a:schemeClr val="dk1"/>
                  </a:lnRef>
                  <a:fillRef idx="1">
                    <a:schemeClr val="lt1"/>
                  </a:fillRef>
                  <a:effectRef idx="0">
                    <a:schemeClr val="dk1"/>
                  </a:effectRef>
                  <a:fontRef idx="minor">
                    <a:schemeClr val="dk1"/>
                  </a:fontRef>
                </p:style>
              </p:pic>
            </p:grpSp>
            <p:cxnSp>
              <p:nvCxnSpPr>
                <p:cNvPr id="19" name="Connector: Elbow 18">
                  <a:extLst>
                    <a:ext uri="{FF2B5EF4-FFF2-40B4-BE49-F238E27FC236}">
                      <a16:creationId xmlns:a16="http://schemas.microsoft.com/office/drawing/2014/main" id="{962328DB-4542-0F59-A6F0-29791B972EA8}"/>
                    </a:ext>
                  </a:extLst>
                </p:cNvPr>
                <p:cNvCxnSpPr>
                  <a:cxnSpLocks/>
                  <a:endCxn id="22" idx="0"/>
                </p:cNvCxnSpPr>
                <p:nvPr/>
              </p:nvCxnSpPr>
              <p:spPr>
                <a:xfrm>
                  <a:off x="2550073" y="1961249"/>
                  <a:ext cx="8255333" cy="431799"/>
                </a:xfrm>
                <a:prstGeom prst="bentConnector2">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 name="Straight Connector 19">
                  <a:extLst>
                    <a:ext uri="{FF2B5EF4-FFF2-40B4-BE49-F238E27FC236}">
                      <a16:creationId xmlns:a16="http://schemas.microsoft.com/office/drawing/2014/main" id="{2A6424DF-23C0-7280-353C-9750130D1A7B}"/>
                    </a:ext>
                  </a:extLst>
                </p:cNvPr>
                <p:cNvCxnSpPr>
                  <a:stCxn id="43" idx="0"/>
                </p:cNvCxnSpPr>
                <p:nvPr/>
              </p:nvCxnSpPr>
              <p:spPr>
                <a:xfrm flipV="1">
                  <a:off x="2550073" y="1958825"/>
                  <a:ext cx="0" cy="457119"/>
                </a:xfrm>
                <a:prstGeom prst="line">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1" name="TextBox 20">
                  <a:extLst>
                    <a:ext uri="{FF2B5EF4-FFF2-40B4-BE49-F238E27FC236}">
                      <a16:creationId xmlns:a16="http://schemas.microsoft.com/office/drawing/2014/main" id="{9591A7CD-98E2-930B-0423-FC251D0E7A36}"/>
                    </a:ext>
                  </a:extLst>
                </p:cNvPr>
                <p:cNvSpPr txBox="1"/>
                <p:nvPr/>
              </p:nvSpPr>
              <p:spPr>
                <a:xfrm>
                  <a:off x="10248083" y="5187467"/>
                  <a:ext cx="1313200" cy="153888"/>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a:spAutoFit/>
                </a:bodyPr>
                <a:lstStyle>
                  <a:defPPr>
                    <a:defRPr lang="en-US"/>
                  </a:defPPr>
                  <a:lvl1pPr algn="ctr">
                    <a:defRPr sz="1000" b="1">
                      <a:solidFill>
                        <a:schemeClr val="dk1"/>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t>Model Serving </a:t>
                  </a:r>
                </a:p>
              </p:txBody>
            </p:sp>
          </p:grpSp>
          <p:sp>
            <p:nvSpPr>
              <p:cNvPr id="12" name="Rectangle 11">
                <a:extLst>
                  <a:ext uri="{FF2B5EF4-FFF2-40B4-BE49-F238E27FC236}">
                    <a16:creationId xmlns:a16="http://schemas.microsoft.com/office/drawing/2014/main" id="{22BAF09A-F51F-82BE-A2DD-552C2D407031}"/>
                  </a:ext>
                </a:extLst>
              </p:cNvPr>
              <p:cNvSpPr/>
              <p:nvPr/>
            </p:nvSpPr>
            <p:spPr bwMode="gray">
              <a:xfrm>
                <a:off x="-113131" y="5206385"/>
                <a:ext cx="1129189" cy="153888"/>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a:spAutoFit/>
              </a:bodyPr>
              <a:lstStyle/>
              <a:p>
                <a:pPr algn="ctr"/>
                <a:r>
                  <a:rPr lang="en-US" sz="1000" b="1" dirty="0"/>
                  <a:t>JIRA</a:t>
                </a:r>
              </a:p>
            </p:txBody>
          </p:sp>
        </p:grpSp>
        <p:sp>
          <p:nvSpPr>
            <p:cNvPr id="58" name="Rectangle 57">
              <a:extLst>
                <a:ext uri="{FF2B5EF4-FFF2-40B4-BE49-F238E27FC236}">
                  <a16:creationId xmlns:a16="http://schemas.microsoft.com/office/drawing/2014/main" id="{EAFEF1ED-5BA3-898F-5ED5-0184E3C0C3B2}"/>
                </a:ext>
              </a:extLst>
            </p:cNvPr>
            <p:cNvSpPr/>
            <p:nvPr/>
          </p:nvSpPr>
          <p:spPr bwMode="gray">
            <a:xfrm>
              <a:off x="5015349" y="1007320"/>
              <a:ext cx="2180353" cy="153888"/>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a:spAutoFit/>
            </a:bodyPr>
            <a:lstStyle/>
            <a:p>
              <a:pPr algn="ctr"/>
              <a:r>
                <a:rPr lang="en-US" sz="1000" b="1" dirty="0"/>
                <a:t>AI Ops GENAI /AGENTIC</a:t>
              </a:r>
            </a:p>
          </p:txBody>
        </p:sp>
        <p:pic>
          <p:nvPicPr>
            <p:cNvPr id="4" name="Picture 3">
              <a:extLst>
                <a:ext uri="{FF2B5EF4-FFF2-40B4-BE49-F238E27FC236}">
                  <a16:creationId xmlns:a16="http://schemas.microsoft.com/office/drawing/2014/main" id="{212ACD2F-5B78-B262-666E-02A40B714901}"/>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538061" y="3613220"/>
              <a:ext cx="1233905" cy="519590"/>
            </a:xfrm>
            <a:prstGeom prst="rect">
              <a:avLst/>
            </a:prstGeom>
          </p:spPr>
        </p:pic>
      </p:grpSp>
    </p:spTree>
    <p:extLst>
      <p:ext uri="{BB962C8B-B14F-4D97-AF65-F5344CB8AC3E}">
        <p14:creationId xmlns:p14="http://schemas.microsoft.com/office/powerpoint/2010/main" val="27136558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A1CD3-7242-6A1D-A6FE-943180ABED08}"/>
              </a:ext>
            </a:extLst>
          </p:cNvPr>
          <p:cNvSpPr>
            <a:spLocks noGrp="1"/>
          </p:cNvSpPr>
          <p:nvPr>
            <p:ph type="title"/>
          </p:nvPr>
        </p:nvSpPr>
        <p:spPr>
          <a:xfrm>
            <a:off x="174059" y="-221381"/>
            <a:ext cx="10947772" cy="716711"/>
          </a:xfrm>
        </p:spPr>
        <p:txBody>
          <a:bodyPr/>
          <a:lstStyle/>
          <a:p>
            <a:r>
              <a:rPr lang="en-US" dirty="0"/>
              <a:t>Smart Analytics Output</a:t>
            </a:r>
          </a:p>
        </p:txBody>
      </p:sp>
      <p:pic>
        <p:nvPicPr>
          <p:cNvPr id="7" name="Picture 6">
            <a:extLst>
              <a:ext uri="{FF2B5EF4-FFF2-40B4-BE49-F238E27FC236}">
                <a16:creationId xmlns:a16="http://schemas.microsoft.com/office/drawing/2014/main" id="{172BE3FF-0DAF-9926-5E50-D0D2C56DE44F}"/>
              </a:ext>
            </a:extLst>
          </p:cNvPr>
          <p:cNvPicPr>
            <a:picLocks noChangeAspect="1"/>
          </p:cNvPicPr>
          <p:nvPr/>
        </p:nvPicPr>
        <p:blipFill>
          <a:blip r:embed="rId2"/>
          <a:stretch>
            <a:fillRect/>
          </a:stretch>
        </p:blipFill>
        <p:spPr>
          <a:xfrm>
            <a:off x="174059" y="963537"/>
            <a:ext cx="5859799" cy="1568531"/>
          </a:xfrm>
          <a:prstGeom prst="rect">
            <a:avLst/>
          </a:prstGeom>
        </p:spPr>
        <p:style>
          <a:lnRef idx="2">
            <a:schemeClr val="dk1"/>
          </a:lnRef>
          <a:fillRef idx="1">
            <a:schemeClr val="lt1"/>
          </a:fillRef>
          <a:effectRef idx="0">
            <a:schemeClr val="dk1"/>
          </a:effectRef>
          <a:fontRef idx="minor">
            <a:schemeClr val="dk1"/>
          </a:fontRef>
        </p:style>
      </p:pic>
      <p:pic>
        <p:nvPicPr>
          <p:cNvPr id="9" name="Picture 8">
            <a:extLst>
              <a:ext uri="{FF2B5EF4-FFF2-40B4-BE49-F238E27FC236}">
                <a16:creationId xmlns:a16="http://schemas.microsoft.com/office/drawing/2014/main" id="{399F8E46-52D7-F39F-FDBA-32EEE3FE8100}"/>
              </a:ext>
            </a:extLst>
          </p:cNvPr>
          <p:cNvPicPr>
            <a:picLocks noChangeAspect="1"/>
          </p:cNvPicPr>
          <p:nvPr/>
        </p:nvPicPr>
        <p:blipFill>
          <a:blip r:embed="rId3"/>
          <a:stretch>
            <a:fillRect/>
          </a:stretch>
        </p:blipFill>
        <p:spPr>
          <a:xfrm>
            <a:off x="6127072" y="3911767"/>
            <a:ext cx="5921941" cy="1248276"/>
          </a:xfrm>
          <a:prstGeom prst="rect">
            <a:avLst/>
          </a:prstGeom>
        </p:spPr>
      </p:pic>
      <p:pic>
        <p:nvPicPr>
          <p:cNvPr id="11" name="Picture 10">
            <a:extLst>
              <a:ext uri="{FF2B5EF4-FFF2-40B4-BE49-F238E27FC236}">
                <a16:creationId xmlns:a16="http://schemas.microsoft.com/office/drawing/2014/main" id="{2A7DFEB9-5565-3722-C1B4-BD8DBC096C34}"/>
              </a:ext>
            </a:extLst>
          </p:cNvPr>
          <p:cNvPicPr>
            <a:picLocks noChangeAspect="1"/>
          </p:cNvPicPr>
          <p:nvPr/>
        </p:nvPicPr>
        <p:blipFill>
          <a:blip r:embed="rId4"/>
          <a:stretch>
            <a:fillRect/>
          </a:stretch>
        </p:blipFill>
        <p:spPr>
          <a:xfrm>
            <a:off x="6158144" y="963537"/>
            <a:ext cx="5859798" cy="1568531"/>
          </a:xfrm>
          <a:prstGeom prst="rect">
            <a:avLst/>
          </a:prstGeom>
        </p:spPr>
        <p:style>
          <a:lnRef idx="2">
            <a:schemeClr val="dk1"/>
          </a:lnRef>
          <a:fillRef idx="1">
            <a:schemeClr val="lt1"/>
          </a:fillRef>
          <a:effectRef idx="0">
            <a:schemeClr val="dk1"/>
          </a:effectRef>
          <a:fontRef idx="minor">
            <a:schemeClr val="dk1"/>
          </a:fontRef>
        </p:style>
      </p:pic>
      <p:pic>
        <p:nvPicPr>
          <p:cNvPr id="15" name="Picture 14">
            <a:extLst>
              <a:ext uri="{FF2B5EF4-FFF2-40B4-BE49-F238E27FC236}">
                <a16:creationId xmlns:a16="http://schemas.microsoft.com/office/drawing/2014/main" id="{E53FDFB0-8B20-CEA4-66CE-81DFE662F261}"/>
              </a:ext>
            </a:extLst>
          </p:cNvPr>
          <p:cNvPicPr>
            <a:picLocks noChangeAspect="1"/>
          </p:cNvPicPr>
          <p:nvPr/>
        </p:nvPicPr>
        <p:blipFill>
          <a:blip r:embed="rId5"/>
          <a:stretch>
            <a:fillRect/>
          </a:stretch>
        </p:blipFill>
        <p:spPr>
          <a:xfrm>
            <a:off x="142987" y="3551604"/>
            <a:ext cx="3810196" cy="1968601"/>
          </a:xfrm>
          <a:prstGeom prst="rect">
            <a:avLst/>
          </a:prstGeom>
        </p:spPr>
      </p:pic>
    </p:spTree>
    <p:extLst>
      <p:ext uri="{BB962C8B-B14F-4D97-AF65-F5344CB8AC3E}">
        <p14:creationId xmlns:p14="http://schemas.microsoft.com/office/powerpoint/2010/main" val="285020359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e760c494-6550-44b4-8258-77c175d778b7}" enabled="1" method="Privileged" siteId="{76a2ae5a-9f00-4f6b-95ed-5d33d77c4d61}" contentBits="0" removed="0"/>
</clbl:labelList>
</file>

<file path=docProps/app.xml><?xml version="1.0" encoding="utf-8"?>
<Properties xmlns="http://schemas.openxmlformats.org/officeDocument/2006/extended-properties" xmlns:vt="http://schemas.openxmlformats.org/officeDocument/2006/docPropsVTypes">
  <TotalTime>26901</TotalTime>
  <Words>81</Words>
  <Application>Microsoft Office PowerPoint</Application>
  <PresentationFormat>Widescreen</PresentationFormat>
  <Paragraphs>46</Paragraphs>
  <Slides>3</Slides>
  <Notes>0</Notes>
  <HiddenSlides>0</HiddenSlides>
  <MMClips>0</MMClips>
  <ScaleCrop>false</ScaleCrop>
  <HeadingPairs>
    <vt:vector size="8" baseType="variant">
      <vt:variant>
        <vt:lpstr>Fonts Used</vt:lpstr>
      </vt:variant>
      <vt:variant>
        <vt:i4>8</vt:i4>
      </vt:variant>
      <vt:variant>
        <vt:lpstr>Theme</vt:lpstr>
      </vt:variant>
      <vt:variant>
        <vt:i4>2</vt:i4>
      </vt:variant>
      <vt:variant>
        <vt:lpstr>Embedded OLE Servers</vt:lpstr>
      </vt:variant>
      <vt:variant>
        <vt:i4>1</vt:i4>
      </vt:variant>
      <vt:variant>
        <vt:lpstr>Slide Titles</vt:lpstr>
      </vt:variant>
      <vt:variant>
        <vt:i4>3</vt:i4>
      </vt:variant>
    </vt:vector>
  </HeadingPairs>
  <TitlesOfParts>
    <vt:vector size="14" baseType="lpstr">
      <vt:lpstr>Arial</vt:lpstr>
      <vt:lpstr>Avenir Next Demi Bold</vt:lpstr>
      <vt:lpstr>Calibri</vt:lpstr>
      <vt:lpstr>Calibri Light</vt:lpstr>
      <vt:lpstr>Ubuntu</vt:lpstr>
      <vt:lpstr>Ubuntu Light</vt:lpstr>
      <vt:lpstr>Ubuntu Medium</vt:lpstr>
      <vt:lpstr>Wingdings</vt:lpstr>
      <vt:lpstr>Office Theme</vt:lpstr>
      <vt:lpstr>Capgemini Master 2021</vt:lpstr>
      <vt:lpstr>think-cell Slide</vt:lpstr>
      <vt:lpstr>PowerPoint Presentation</vt:lpstr>
      <vt:lpstr>PowerPoint Presentation</vt:lpstr>
      <vt:lpstr>Smart Analytics Output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Bhagat, Pinaki</dc:creator>
  <cp:lastModifiedBy>Dixit, Vishal</cp:lastModifiedBy>
  <cp:revision>12</cp:revision>
  <dcterms:created xsi:type="dcterms:W3CDTF">2023-08-14T19:28:17Z</dcterms:created>
  <dcterms:modified xsi:type="dcterms:W3CDTF">2026-07-10T14:30:48Z</dcterms:modified>
</cp:coreProperties>
</file>