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f8b6bf2bac4a51" /><Relationship Type="http://schemas.openxmlformats.org/officeDocument/2006/relationships/extended-properties" Target="/docProps/app.xml" Id="R62c5dcac75b24d24" /><Relationship Type="http://schemas.openxmlformats.org/officeDocument/2006/relationships/officeDocument" Target="/ppt/presentation.xml" Id="Rc000edf6d66741bf" /></Relationships>
</file>

<file path=ppt/presentation.xml><?xml version="1.0" encoding="utf-8"?>
<p:presentation xmlns:p="http://schemas.openxmlformats.org/presentationml/2006/main">
  <p:sldMasterIdLst>
    <p:sldMasterId xmlns:r="http://schemas.openxmlformats.org/officeDocument/2006/relationships" id="2147483648" r:id="Rf43541f71d3d456e"/>
  </p:sldMasterIdLst>
  <p:notesMasterIdLst>
    <p:notesMasterId xmlns:r="http://schemas.openxmlformats.org/officeDocument/2006/relationships" r:id="Rbe654c2261d94a33"/>
  </p:notesMasterIdLst>
  <p:sldIdLst>
    <p:sldId xmlns:r="http://schemas.openxmlformats.org/officeDocument/2006/relationships" id="256" r:id="R6ab0c2dc62eb4a33"/>
  </p:sldIdLst>
  <p:sldSz cx="17145000" cy="9644063"/>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be70b88ecb4731" /><Relationship Type="http://schemas.openxmlformats.org/officeDocument/2006/relationships/slideMaster" Target="/ppt/slideMasters/slideMaster1.xml" Id="Rf43541f71d3d456e" /><Relationship Type="http://schemas.openxmlformats.org/officeDocument/2006/relationships/notesMaster" Target="/ppt/notesMasters/notesMaster1.xml" Id="Rbe654c2261d94a33" /><Relationship Type="http://schemas.openxmlformats.org/officeDocument/2006/relationships/presProps" Target="/ppt/presProps.xml" Id="Re315532405f94629" /><Relationship Type="http://schemas.openxmlformats.org/officeDocument/2006/relationships/tableStyles" Target="/ppt/tableStyles.xml" Id="R09e803454a914bf6" /><Relationship Type="http://schemas.openxmlformats.org/officeDocument/2006/relationships/slide" Target="/ppt/slides/slide1.xml" Id="R6ab0c2dc62eb4a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f50495ff774f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63cbd62c704443" /><Relationship Type="http://schemas.openxmlformats.org/officeDocument/2006/relationships/notesMaster" Target="/ppt/notesMasters/notesMaster1.xml" Id="R6044de63c7054b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based on the user brief. Solid boxes show Jira MVP. Dashed source box and Neptune annotation show future scope. All diagram labels and connectors are editable. Component symbols come from the user-supplied reference image and are illustrative, rather than an official AWS service icon set. The reference controls visual style only. Its EKS, CrewAI, SageMaker and DynamoDB components do not alter the proposed architecture. Custom LangGraph orchestration uses Bedrock models, rather than combining it with a separate Bedrock Agents orchestrator. Application API validates chart specs and carries authenticated principal entitlements into every tool. SQL uses governed semantic definitions, read-only allowlists, limits and user-aware Lake Formation policies. Search independently enforces document ACLs. Guardrails complement application controls. Jira records do not establish customer impact unless explicit evidence exists. Outcome and risk are separate dimensions. Tool results include provenance, cohort size, freshness and missing outcome coverage. Neptune connects through approved tools only when verified dependencies exist. S3 ingestion also propagates deletes and permission changes. No automatic change execution or approval.</a:t>
            </a:r>
          </a:p>
          <a:p xmlns:a="http://schemas.openxmlformats.org/drawingml/2006/main">
            <a:r>
              <a:t>AWS references checked 2 October 2026:</a:t>
            </a:r>
          </a:p>
          <a:p xmlns:a="http://schemas.openxmlformats.org/drawingml/2006/main">
            <a:r>
              <a:t>https://docs.aws.amazon.com/bedrock/latest/userguide/tool-use.html</a:t>
            </a:r>
          </a:p>
          <a:p xmlns:a="http://schemas.openxmlformats.org/drawingml/2006/main">
            <a:r>
              <a:t>https://docs.aws.amazon.com/bedrock/latest/APIReference/API_runtime_Converse.html</a:t>
            </a:r>
          </a:p>
          <a:p xmlns:a="http://schemas.openxmlformats.org/drawingml/2006/main">
            <a:r>
              <a:t>https://docs.aws.amazon.com/athena/latest/ug/lf-athena-user-permissions.html</a:t>
            </a:r>
          </a:p>
          <a:p xmlns:a="http://schemas.openxmlformats.org/drawingml/2006/main">
            <a:r>
              <a:t>https://docs.aws.amazon.com/bedrock/latest/userguide/guardrails-prompt-attack.html</a:t>
            </a:r>
          </a:p>
          <a:p xmlns:a="http://schemas.openxmlformats.org/drawingml/2006/main">
            <a:r>
              <a:t>https://docs.aws.amazon.com/prescriptive-guidance/latest/retrieval-augmented-generation-options/</a:t>
            </a:r>
          </a:p>
          <a:p xmlns:a="http://schemas.openxmlformats.org/drawingml/2006/main">
            <a:r>
              <a:t>These sources support service capabilities. The overall topology and controls are proposed design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a858fb5ae444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9c144b59484d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f4a172bb634e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8c6e4b151d49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55409bbd8b41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ec7c42b7f249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9C7DA35-3A9A-40A3-9760-B85B2B08EB5E}"/>
              </a:ext>
            </a:extLst>
          </p:cNvPr>
          <p:cNvSpPr>
            <a:spLocks xmlns:a="http://schemas.openxmlformats.org/drawingml/2006/main" noGrp="1"/>
          </p:cNvSpPr>
          <p:nvPr/>
        </p:nvSpPr>
        <p:spPr>
          <a:xfrm xmlns:a="http://schemas.openxmlformats.org/drawingml/2006/main">
            <a:off x="8143875" y="3107531"/>
            <a:ext cx="857250" cy="53578"/>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B0FBCBD-7839-4747-85A6-D8ADAB5EF8EA}"/>
              </a:ext>
            </a:extLst>
          </p:cNvPr>
          <p:cNvSpPr>
            <a:spLocks xmlns:a="http://schemas.openxmlformats.org/drawingml/2006/main" noGrp="1"/>
          </p:cNvSpPr>
          <p:nvPr>
            <p:ph type="title" idx="0"/>
          </p:nvPr>
        </p:nvSpPr>
        <p:spPr>
          <a:xfrm xmlns:a="http://schemas.openxmlformats.org/drawingml/2006/main">
            <a:off x="1714500" y="3643313"/>
            <a:ext cx="13716000" cy="139303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2EEC1A0-FEB5-4F4B-9684-6C9D70021339}"/>
              </a:ext>
            </a:extLst>
          </p:cNvPr>
          <p:cNvSpPr>
            <a:spLocks xmlns:a="http://schemas.openxmlformats.org/drawingml/2006/main" noGrp="1"/>
          </p:cNvSpPr>
          <p:nvPr>
            <p:ph type="subTitle" idx="1"/>
          </p:nvPr>
        </p:nvSpPr>
        <p:spPr>
          <a:xfrm xmlns:a="http://schemas.openxmlformats.org/drawingml/2006/main">
            <a:off x="2571750" y="5304235"/>
            <a:ext cx="12001500" cy="107156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62A5A5D-250F-4658-85B5-0A35D0CDD609}"/>
              </a:ext>
            </a:extLst>
          </p:cNvPr>
          <p:cNvSpPr>
            <a:spLocks xmlns:a="http://schemas.openxmlformats.org/drawingml/2006/main" noGrp="1"/>
          </p:cNvSpPr>
          <p:nvPr/>
        </p:nvSpPr>
        <p:spPr>
          <a:xfrm xmlns:a="http://schemas.openxmlformats.org/drawingml/2006/main">
            <a:off x="8143875" y="3482578"/>
            <a:ext cx="857250" cy="53578"/>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D6D96772-412D-4069-8403-F4A422D474D2}"/>
              </a:ext>
            </a:extLst>
          </p:cNvPr>
          <p:cNvSpPr>
            <a:spLocks xmlns:a="http://schemas.openxmlformats.org/drawingml/2006/main" noGrp="1"/>
          </p:cNvSpPr>
          <p:nvPr>
            <p:ph type="title" idx="0"/>
          </p:nvPr>
        </p:nvSpPr>
        <p:spPr>
          <a:xfrm xmlns:a="http://schemas.openxmlformats.org/drawingml/2006/main">
            <a:off x="1714500" y="4018360"/>
            <a:ext cx="13716000" cy="160734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B0296A6-A910-47E7-9E69-C3C074A98BE4}"/>
              </a:ext>
            </a:extLst>
          </p:cNvPr>
          <p:cNvSpPr>
            <a:spLocks xmlns:a="http://schemas.openxmlformats.org/drawingml/2006/main" noGrp="1"/>
          </p:cNvSpPr>
          <p:nvPr/>
        </p:nvSpPr>
        <p:spPr>
          <a:xfrm xmlns:a="http://schemas.openxmlformats.org/drawingml/2006/main">
            <a:off x="964406" y="2143125"/>
            <a:ext cx="857250" cy="53578"/>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172532C-99F5-4829-96EF-AD8D583EE261}"/>
              </a:ext>
            </a:extLst>
          </p:cNvPr>
          <p:cNvSpPr>
            <a:spLocks xmlns:a="http://schemas.openxmlformats.org/drawingml/2006/main" noGrp="1"/>
          </p:cNvSpPr>
          <p:nvPr>
            <p:ph type="title" idx="0"/>
          </p:nvPr>
        </p:nvSpPr>
        <p:spPr>
          <a:xfrm xmlns:a="http://schemas.openxmlformats.org/drawingml/2006/main">
            <a:off x="964406" y="750094"/>
            <a:ext cx="15216188" cy="117871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6D78FBB5-B6E7-4DE5-8003-1A310B4C83DC}"/>
              </a:ext>
            </a:extLst>
          </p:cNvPr>
          <p:cNvSpPr>
            <a:spLocks xmlns:a="http://schemas.openxmlformats.org/drawingml/2006/main" noGrp="1"/>
          </p:cNvSpPr>
          <p:nvPr>
            <p:ph type="body" idx="1"/>
          </p:nvPr>
        </p:nvSpPr>
        <p:spPr>
          <a:xfrm xmlns:a="http://schemas.openxmlformats.org/drawingml/2006/main">
            <a:off x="964406" y="2678906"/>
            <a:ext cx="15216188" cy="6000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21469" indent="-321469">
              <a:lnSpc>
                <a:spcPct val="110000"/>
              </a:lnSpc>
              <a:spcBef>
                <a:spcPts val="0"/>
              </a:spcBef>
              <a:spcAft>
                <a:spcPts val="1688"/>
              </a:spcAft>
              <a:buChar char="•"/>
            </a:lvl1pPr>
            <a:lvl2pPr marL="750094" indent="-321469">
              <a:lnSpc>
                <a:spcPct val="110000"/>
              </a:lnSpc>
              <a:spcBef>
                <a:spcPts val="0"/>
              </a:spcBef>
              <a:spcAft>
                <a:spcPts val="1688"/>
              </a:spcAft>
              <a:buChar char="•"/>
            </a:lvl2pPr>
            <a:lvl3pPr marL="1178719" indent="-321469">
              <a:lnSpc>
                <a:spcPct val="110000"/>
              </a:lnSpc>
              <a:spcBef>
                <a:spcPts val="0"/>
              </a:spcBef>
              <a:spcAft>
                <a:spcPts val="1688"/>
              </a:spcAft>
              <a:buChar char="•"/>
            </a:lvl3pPr>
            <a:lvl4pPr marL="1607344" indent="-321469">
              <a:lnSpc>
                <a:spcPct val="110000"/>
              </a:lnSpc>
              <a:spcBef>
                <a:spcPts val="0"/>
              </a:spcBef>
              <a:spcAft>
                <a:spcPts val="1688"/>
              </a:spcAft>
              <a:buChar char="•"/>
            </a:lvl4pPr>
            <a:lvl5pPr marL="2035969" indent="-321469">
              <a:lnSpc>
                <a:spcPct val="110000"/>
              </a:lnSpc>
              <a:spcBef>
                <a:spcPts val="0"/>
              </a:spcBef>
              <a:spcAft>
                <a:spcPts val="1688"/>
              </a:spcAft>
              <a:buChar char="•"/>
            </a:lvl5pPr>
            <a:lvl6pPr marL="2464594" indent="-321469">
              <a:lnSpc>
                <a:spcPct val="110000"/>
              </a:lnSpc>
              <a:spcBef>
                <a:spcPts val="0"/>
              </a:spcBef>
              <a:spcAft>
                <a:spcPts val="1688"/>
              </a:spcAft>
              <a:buChar char="•"/>
            </a:lvl6pPr>
            <a:lvl7pPr marL="2893219" indent="-321469">
              <a:lnSpc>
                <a:spcPct val="110000"/>
              </a:lnSpc>
              <a:spcBef>
                <a:spcPts val="0"/>
              </a:spcBef>
              <a:spcAft>
                <a:spcPts val="1688"/>
              </a:spcAft>
              <a:buChar char="•"/>
            </a:lvl7pPr>
            <a:lvl8pPr marL="3321844" indent="-321469">
              <a:lnSpc>
                <a:spcPct val="110000"/>
              </a:lnSpc>
              <a:spcBef>
                <a:spcPts val="0"/>
              </a:spcBef>
              <a:spcAft>
                <a:spcPts val="1688"/>
              </a:spcAft>
              <a:buChar char="•"/>
            </a:lvl8pPr>
            <a:lvl9pPr marL="3750469" indent="-321469">
              <a:lnSpc>
                <a:spcPct val="110000"/>
              </a:lnSpc>
              <a:spcBef>
                <a:spcPts val="0"/>
              </a:spcBef>
              <a:spcAft>
                <a:spcPts val="1688"/>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AD1E26A5-D330-48CA-AC69-11C88AD82E58}"/>
              </a:ext>
            </a:extLst>
          </p:cNvPr>
          <p:cNvSpPr>
            <a:spLocks xmlns:a="http://schemas.openxmlformats.org/drawingml/2006/main" noGrp="1"/>
          </p:cNvSpPr>
          <p:nvPr/>
        </p:nvSpPr>
        <p:spPr>
          <a:xfrm xmlns:a="http://schemas.openxmlformats.org/drawingml/2006/main">
            <a:off x="964406" y="2143125"/>
            <a:ext cx="857250" cy="53578"/>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9200E4A-F994-4D29-B79B-940905DCA3DC}"/>
              </a:ext>
            </a:extLst>
          </p:cNvPr>
          <p:cNvSpPr>
            <a:spLocks xmlns:a="http://schemas.openxmlformats.org/drawingml/2006/main" noGrp="1"/>
          </p:cNvSpPr>
          <p:nvPr>
            <p:ph type="title" idx="0"/>
          </p:nvPr>
        </p:nvSpPr>
        <p:spPr>
          <a:xfrm xmlns:a="http://schemas.openxmlformats.org/drawingml/2006/main">
            <a:off x="964406" y="750094"/>
            <a:ext cx="15216188" cy="117871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B876ADF-076E-4DE3-B615-701136233829}"/>
              </a:ext>
            </a:extLst>
          </p:cNvPr>
          <p:cNvSpPr>
            <a:spLocks xmlns:a="http://schemas.openxmlformats.org/drawingml/2006/main" noGrp="1"/>
          </p:cNvSpPr>
          <p:nvPr>
            <p:ph type="body" idx="1"/>
          </p:nvPr>
        </p:nvSpPr>
        <p:spPr>
          <a:xfrm xmlns:a="http://schemas.openxmlformats.org/drawingml/2006/main">
            <a:off x="964406" y="2678906"/>
            <a:ext cx="7072313" cy="6000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21469" indent="-321469">
              <a:lnSpc>
                <a:spcPct val="110000"/>
              </a:lnSpc>
              <a:spcBef>
                <a:spcPts val="0"/>
              </a:spcBef>
              <a:spcAft>
                <a:spcPts val="1688"/>
              </a:spcAft>
              <a:buChar char="•"/>
            </a:lvl1pPr>
            <a:lvl2pPr marL="750094" indent="-321469">
              <a:lnSpc>
                <a:spcPct val="110000"/>
              </a:lnSpc>
              <a:spcBef>
                <a:spcPts val="0"/>
              </a:spcBef>
              <a:spcAft>
                <a:spcPts val="1688"/>
              </a:spcAft>
              <a:buChar char="•"/>
            </a:lvl2pPr>
            <a:lvl3pPr marL="1178719" indent="-321469">
              <a:lnSpc>
                <a:spcPct val="110000"/>
              </a:lnSpc>
              <a:spcBef>
                <a:spcPts val="0"/>
              </a:spcBef>
              <a:spcAft>
                <a:spcPts val="1688"/>
              </a:spcAft>
              <a:buChar char="•"/>
            </a:lvl3pPr>
            <a:lvl4pPr marL="1607344" indent="-321469">
              <a:lnSpc>
                <a:spcPct val="110000"/>
              </a:lnSpc>
              <a:spcBef>
                <a:spcPts val="0"/>
              </a:spcBef>
              <a:spcAft>
                <a:spcPts val="1688"/>
              </a:spcAft>
              <a:buChar char="•"/>
            </a:lvl4pPr>
            <a:lvl5pPr marL="2035969" indent="-321469">
              <a:lnSpc>
                <a:spcPct val="110000"/>
              </a:lnSpc>
              <a:spcBef>
                <a:spcPts val="0"/>
              </a:spcBef>
              <a:spcAft>
                <a:spcPts val="1688"/>
              </a:spcAft>
              <a:buChar char="•"/>
            </a:lvl5pPr>
            <a:lvl6pPr marL="2464594" indent="-321469">
              <a:lnSpc>
                <a:spcPct val="110000"/>
              </a:lnSpc>
              <a:spcBef>
                <a:spcPts val="0"/>
              </a:spcBef>
              <a:spcAft>
                <a:spcPts val="1688"/>
              </a:spcAft>
              <a:buChar char="•"/>
            </a:lvl6pPr>
            <a:lvl7pPr marL="2893219" indent="-321469">
              <a:lnSpc>
                <a:spcPct val="110000"/>
              </a:lnSpc>
              <a:spcBef>
                <a:spcPts val="0"/>
              </a:spcBef>
              <a:spcAft>
                <a:spcPts val="1688"/>
              </a:spcAft>
              <a:buChar char="•"/>
            </a:lvl7pPr>
            <a:lvl8pPr marL="3321844" indent="-321469">
              <a:lnSpc>
                <a:spcPct val="110000"/>
              </a:lnSpc>
              <a:spcBef>
                <a:spcPts val="0"/>
              </a:spcBef>
              <a:spcAft>
                <a:spcPts val="1688"/>
              </a:spcAft>
              <a:buChar char="•"/>
            </a:lvl8pPr>
            <a:lvl9pPr marL="3750469" indent="-321469">
              <a:lnSpc>
                <a:spcPct val="110000"/>
              </a:lnSpc>
              <a:spcBef>
                <a:spcPts val="0"/>
              </a:spcBef>
              <a:spcAft>
                <a:spcPts val="1688"/>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9BFD319A-2EC7-42B6-BD98-9310D00E3C42}"/>
              </a:ext>
            </a:extLst>
          </p:cNvPr>
          <p:cNvSpPr>
            <a:spLocks xmlns:a="http://schemas.openxmlformats.org/drawingml/2006/main" noGrp="1"/>
          </p:cNvSpPr>
          <p:nvPr>
            <p:ph type="body" idx="2"/>
          </p:nvPr>
        </p:nvSpPr>
        <p:spPr>
          <a:xfrm xmlns:a="http://schemas.openxmlformats.org/drawingml/2006/main">
            <a:off x="9108281" y="2678906"/>
            <a:ext cx="7072313" cy="6000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21469" indent="-321469">
              <a:lnSpc>
                <a:spcPct val="110000"/>
              </a:lnSpc>
              <a:spcBef>
                <a:spcPts val="0"/>
              </a:spcBef>
              <a:spcAft>
                <a:spcPts val="1688"/>
              </a:spcAft>
              <a:buChar char="•"/>
            </a:lvl1pPr>
            <a:lvl2pPr marL="750094" indent="-321469">
              <a:lnSpc>
                <a:spcPct val="110000"/>
              </a:lnSpc>
              <a:spcBef>
                <a:spcPts val="0"/>
              </a:spcBef>
              <a:spcAft>
                <a:spcPts val="1688"/>
              </a:spcAft>
              <a:buChar char="•"/>
            </a:lvl2pPr>
            <a:lvl3pPr marL="1178719" indent="-321469">
              <a:lnSpc>
                <a:spcPct val="110000"/>
              </a:lnSpc>
              <a:spcBef>
                <a:spcPts val="0"/>
              </a:spcBef>
              <a:spcAft>
                <a:spcPts val="1688"/>
              </a:spcAft>
              <a:buChar char="•"/>
            </a:lvl3pPr>
            <a:lvl4pPr marL="1607344" indent="-321469">
              <a:lnSpc>
                <a:spcPct val="110000"/>
              </a:lnSpc>
              <a:spcBef>
                <a:spcPts val="0"/>
              </a:spcBef>
              <a:spcAft>
                <a:spcPts val="1688"/>
              </a:spcAft>
              <a:buChar char="•"/>
            </a:lvl4pPr>
            <a:lvl5pPr marL="2035969" indent="-321469">
              <a:lnSpc>
                <a:spcPct val="110000"/>
              </a:lnSpc>
              <a:spcBef>
                <a:spcPts val="0"/>
              </a:spcBef>
              <a:spcAft>
                <a:spcPts val="1688"/>
              </a:spcAft>
              <a:buChar char="•"/>
            </a:lvl5pPr>
            <a:lvl6pPr marL="2464594" indent="-321469">
              <a:lnSpc>
                <a:spcPct val="110000"/>
              </a:lnSpc>
              <a:spcBef>
                <a:spcPts val="0"/>
              </a:spcBef>
              <a:spcAft>
                <a:spcPts val="1688"/>
              </a:spcAft>
              <a:buChar char="•"/>
            </a:lvl6pPr>
            <a:lvl7pPr marL="2893219" indent="-321469">
              <a:lnSpc>
                <a:spcPct val="110000"/>
              </a:lnSpc>
              <a:spcBef>
                <a:spcPts val="0"/>
              </a:spcBef>
              <a:spcAft>
                <a:spcPts val="1688"/>
              </a:spcAft>
              <a:buChar char="•"/>
            </a:lvl7pPr>
            <a:lvl8pPr marL="3321844" indent="-321469">
              <a:lnSpc>
                <a:spcPct val="110000"/>
              </a:lnSpc>
              <a:spcBef>
                <a:spcPts val="0"/>
              </a:spcBef>
              <a:spcAft>
                <a:spcPts val="1688"/>
              </a:spcAft>
              <a:buChar char="•"/>
            </a:lvl8pPr>
            <a:lvl9pPr marL="3750469" indent="-321469">
              <a:lnSpc>
                <a:spcPct val="110000"/>
              </a:lnSpc>
              <a:spcBef>
                <a:spcPts val="0"/>
              </a:spcBef>
              <a:spcAft>
                <a:spcPts val="1688"/>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C9E489C-D50E-4C16-A71E-3CA0A93DE797}"/>
              </a:ext>
            </a:extLst>
          </p:cNvPr>
          <p:cNvSpPr>
            <a:spLocks xmlns:a="http://schemas.openxmlformats.org/drawingml/2006/main" noGrp="1"/>
          </p:cNvSpPr>
          <p:nvPr/>
        </p:nvSpPr>
        <p:spPr>
          <a:xfrm xmlns:a="http://schemas.openxmlformats.org/drawingml/2006/main">
            <a:off x="964406" y="2143125"/>
            <a:ext cx="857250" cy="53578"/>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6F2C4E5-B9F1-4AE6-B029-B3E2C2904D5F}"/>
              </a:ext>
            </a:extLst>
          </p:cNvPr>
          <p:cNvSpPr>
            <a:spLocks xmlns:a="http://schemas.openxmlformats.org/drawingml/2006/main" noGrp="1"/>
          </p:cNvSpPr>
          <p:nvPr>
            <p:ph type="title" idx="0"/>
          </p:nvPr>
        </p:nvSpPr>
        <p:spPr>
          <a:xfrm xmlns:a="http://schemas.openxmlformats.org/drawingml/2006/main">
            <a:off x="964406" y="750094"/>
            <a:ext cx="15216188" cy="117871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67B3740-BBC7-4402-9910-5F3352527449}"/>
              </a:ext>
            </a:extLst>
          </p:cNvPr>
          <p:cNvSpPr>
            <a:spLocks xmlns:a="http://schemas.openxmlformats.org/drawingml/2006/main" noGrp="1"/>
          </p:cNvSpPr>
          <p:nvPr>
            <p:ph type="body" idx="1"/>
          </p:nvPr>
        </p:nvSpPr>
        <p:spPr>
          <a:xfrm xmlns:a="http://schemas.openxmlformats.org/drawingml/2006/main">
            <a:off x="964406" y="2678906"/>
            <a:ext cx="7072313" cy="6000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21469" indent="-321469">
              <a:lnSpc>
                <a:spcPct val="110000"/>
              </a:lnSpc>
              <a:spcBef>
                <a:spcPts val="0"/>
              </a:spcBef>
              <a:spcAft>
                <a:spcPts val="1688"/>
              </a:spcAft>
              <a:buChar char="•"/>
            </a:lvl1pPr>
            <a:lvl2pPr marL="750094" indent="-321469">
              <a:lnSpc>
                <a:spcPct val="110000"/>
              </a:lnSpc>
              <a:spcBef>
                <a:spcPts val="0"/>
              </a:spcBef>
              <a:spcAft>
                <a:spcPts val="1688"/>
              </a:spcAft>
              <a:buChar char="•"/>
            </a:lvl2pPr>
            <a:lvl3pPr marL="1178719" indent="-321469">
              <a:lnSpc>
                <a:spcPct val="110000"/>
              </a:lnSpc>
              <a:spcBef>
                <a:spcPts val="0"/>
              </a:spcBef>
              <a:spcAft>
                <a:spcPts val="1688"/>
              </a:spcAft>
              <a:buChar char="•"/>
            </a:lvl3pPr>
            <a:lvl4pPr marL="1607344" indent="-321469">
              <a:lnSpc>
                <a:spcPct val="110000"/>
              </a:lnSpc>
              <a:spcBef>
                <a:spcPts val="0"/>
              </a:spcBef>
              <a:spcAft>
                <a:spcPts val="1688"/>
              </a:spcAft>
              <a:buChar char="•"/>
            </a:lvl4pPr>
            <a:lvl5pPr marL="2035969" indent="-321469">
              <a:lnSpc>
                <a:spcPct val="110000"/>
              </a:lnSpc>
              <a:spcBef>
                <a:spcPts val="0"/>
              </a:spcBef>
              <a:spcAft>
                <a:spcPts val="1688"/>
              </a:spcAft>
              <a:buChar char="•"/>
            </a:lvl5pPr>
            <a:lvl6pPr marL="2464594" indent="-321469">
              <a:lnSpc>
                <a:spcPct val="110000"/>
              </a:lnSpc>
              <a:spcBef>
                <a:spcPts val="0"/>
              </a:spcBef>
              <a:spcAft>
                <a:spcPts val="1688"/>
              </a:spcAft>
              <a:buChar char="•"/>
            </a:lvl6pPr>
            <a:lvl7pPr marL="2893219" indent="-321469">
              <a:lnSpc>
                <a:spcPct val="110000"/>
              </a:lnSpc>
              <a:spcBef>
                <a:spcPts val="0"/>
              </a:spcBef>
              <a:spcAft>
                <a:spcPts val="1688"/>
              </a:spcAft>
              <a:buChar char="•"/>
            </a:lvl7pPr>
            <a:lvl8pPr marL="3321844" indent="-321469">
              <a:lnSpc>
                <a:spcPct val="110000"/>
              </a:lnSpc>
              <a:spcBef>
                <a:spcPts val="0"/>
              </a:spcBef>
              <a:spcAft>
                <a:spcPts val="1688"/>
              </a:spcAft>
              <a:buChar char="•"/>
            </a:lvl8pPr>
            <a:lvl9pPr marL="3750469" indent="-321469">
              <a:lnSpc>
                <a:spcPct val="110000"/>
              </a:lnSpc>
              <a:spcBef>
                <a:spcPts val="0"/>
              </a:spcBef>
              <a:spcAft>
                <a:spcPts val="1688"/>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b0845bbb9b4719" /><Relationship Type="http://schemas.openxmlformats.org/officeDocument/2006/relationships/slideLayout" Target="/ppt/slideLayouts/slideLayout1.xml" Id="Rd9e9f5de335d47c5" /><Relationship Type="http://schemas.openxmlformats.org/officeDocument/2006/relationships/slideLayout" Target="/ppt/slideLayouts/slideLayout2.xml" Id="Re79e5eac318e4389" /><Relationship Type="http://schemas.openxmlformats.org/officeDocument/2006/relationships/slideLayout" Target="/ppt/slideLayouts/slideLayout3.xml" Id="R8d1a25fea3da4f44" /><Relationship Type="http://schemas.openxmlformats.org/officeDocument/2006/relationships/slideLayout" Target="/ppt/slideLayouts/slideLayout4.xml" Id="Rdb50d41ac03e453c" /><Relationship Type="http://schemas.openxmlformats.org/officeDocument/2006/relationships/slideLayout" Target="/ppt/slideLayouts/slideLayout5.xml" Id="R47eb64407dfc4f84" /><Relationship Type="http://schemas.openxmlformats.org/officeDocument/2006/relationships/slideLayout" Target="/ppt/slideLayouts/slideLayout6.xml" Id="R2f6fca4a0d6549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e9f5de335d47c5"/>
    <p:sldLayoutId xmlns:r="http://schemas.openxmlformats.org/officeDocument/2006/relationships" id="2147483650" r:id="Re79e5eac318e4389"/>
    <p:sldLayoutId xmlns:r="http://schemas.openxmlformats.org/officeDocument/2006/relationships" id="2147483651" r:id="R8d1a25fea3da4f44"/>
    <p:sldLayoutId xmlns:r="http://schemas.openxmlformats.org/officeDocument/2006/relationships" id="2147483652" r:id="Rdb50d41ac03e453c"/>
    <p:sldLayoutId xmlns:r="http://schemas.openxmlformats.org/officeDocument/2006/relationships" id="2147483653" r:id="R47eb64407dfc4f84"/>
    <p:sldLayoutId xmlns:r="http://schemas.openxmlformats.org/officeDocument/2006/relationships" id="2147483654" r:id="R2f6fca4a0d6549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c70389afa745bd" /><Relationship Type="http://schemas.openxmlformats.org/officeDocument/2006/relationships/image" Target="/ppt/media/image.png" Id="R55440267dd284cfd" /><Relationship Type="http://schemas.openxmlformats.org/officeDocument/2006/relationships/image" Target="/ppt/media/image2.png" Id="Rc382b89a86b94780" /><Relationship Type="http://schemas.openxmlformats.org/officeDocument/2006/relationships/image" Target="/ppt/media/image3.png" Id="R1b5771d018274472" /><Relationship Type="http://schemas.openxmlformats.org/officeDocument/2006/relationships/image" Target="/ppt/media/image4.png" Id="R03a579f0611e4e80" /><Relationship Type="http://schemas.openxmlformats.org/officeDocument/2006/relationships/image" Target="/ppt/media/image5.png" Id="R0d20fd6cd24f49b0" /><Relationship Type="http://schemas.openxmlformats.org/officeDocument/2006/relationships/image" Target="/ppt/media/image6.png" Id="R42adc3e8f6534f41" /><Relationship Type="http://schemas.openxmlformats.org/officeDocument/2006/relationships/image" Target="/ppt/media/image7.png" Id="R9acd28ae484746b8" /><Relationship Type="http://schemas.openxmlformats.org/officeDocument/2006/relationships/image" Target="/ppt/media/image8.png" Id="Re49e5adbbaf54e66" /><Relationship Type="http://schemas.openxmlformats.org/officeDocument/2006/relationships/image" Target="/ppt/media/image9.png" Id="R66ce552361914672" /><Relationship Type="http://schemas.openxmlformats.org/officeDocument/2006/relationships/image" Target="/ppt/media/image10.png" Id="Rf4c2183ce78a466e" /><Relationship Type="http://schemas.openxmlformats.org/officeDocument/2006/relationships/notesSlide" Target="/ppt/notesSlides/notesSlide1.xml" Id="Rc672333c5ff243f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61" name=""/>
          <p:cNvCxnSpPr>
            <a:stCxn xmlns:a="http://schemas.openxmlformats.org/drawingml/2006/main" id="39" idx="3"/>
            <a:endCxn xmlns:a="http://schemas.openxmlformats.org/drawingml/2006/main" id="50" idx="1"/>
          </p:cNvCxnSpPr>
          <p:nvPr/>
        </p:nvCxnSpPr>
        <p:spPr>
          <a:xfrm xmlns:a="http://schemas.openxmlformats.org/drawingml/2006/main" flipV="1">
            <a:off x="12858750" y="6691313"/>
            <a:ext cx="476250" cy="619125"/>
          </a:xfrm>
          <a:prstGeom xmlns:a="http://schemas.openxmlformats.org/drawingml/2006/main" prst="straightConnector1">
            <a:avLst/>
          </a:prstGeom>
          <a:ln xmlns:a="http://schemas.openxmlformats.org/drawingml/2006/main" w="19050">
            <a:solidFill>
              <a:srgbClr val="6A8296"/>
            </a:solidFill>
            <a:prstDash val="solid"/>
            <a:tailEnd type="arrow" w="med" len="med"/>
          </a:ln>
        </p:spPr>
      </p:cxnSp>
      <p:cxnSp>
        <p:nvCxnSpPr>
          <p:cNvPr id="62" name=""/>
          <p:cNvCxnSpPr>
            <a:stCxn xmlns:a="http://schemas.openxmlformats.org/drawingml/2006/main" id="46" idx="1"/>
            <a:endCxn xmlns:a="http://schemas.openxmlformats.org/drawingml/2006/main" id="31" idx="3"/>
          </p:cNvCxnSpPr>
          <p:nvPr/>
        </p:nvCxnSpPr>
        <p:spPr>
          <a:xfrm xmlns:a="http://schemas.openxmlformats.org/drawingml/2006/main" flipH="1" flipV="1">
            <a:off x="12858750" y="3143250"/>
            <a:ext cx="476250" cy="404813"/>
          </a:xfrm>
          <a:prstGeom xmlns:a="http://schemas.openxmlformats.org/drawingml/2006/main" prst="straightConnector1">
            <a:avLst/>
          </a:prstGeom>
          <a:ln xmlns:a="http://schemas.openxmlformats.org/drawingml/2006/main" w="19050">
            <a:solidFill>
              <a:srgbClr val="6A8296"/>
            </a:solidFill>
            <a:prstDash val="solid"/>
            <a:headEnd type="arrow" w="med" len="med"/>
            <a:tailEnd type="arrow" w="med" len="med"/>
          </a:ln>
        </p:spPr>
      </p:cxnSp>
      <p:cxnSp>
        <p:nvCxnSpPr>
          <p:cNvPr id="63" name=""/>
          <p:cNvCxnSpPr>
            <a:stCxn xmlns:a="http://schemas.openxmlformats.org/drawingml/2006/main" id="23" idx="3"/>
            <a:endCxn xmlns:a="http://schemas.openxmlformats.org/drawingml/2006/main" id="35" idx="1"/>
          </p:cNvCxnSpPr>
          <p:nvPr/>
        </p:nvCxnSpPr>
        <p:spPr>
          <a:xfrm xmlns:a="http://schemas.openxmlformats.org/drawingml/2006/main" flipV="1">
            <a:off x="7620000" y="5334000"/>
            <a:ext cx="476250" cy="1976438"/>
          </a:xfrm>
          <a:prstGeom xmlns:a="http://schemas.openxmlformats.org/drawingml/2006/main" prst="straightConnector1">
            <a:avLst/>
          </a:prstGeom>
          <a:ln xmlns:a="http://schemas.openxmlformats.org/drawingml/2006/main" w="19050">
            <a:solidFill>
              <a:srgbClr val="6A8296"/>
            </a:solidFill>
            <a:prstDash val="solid"/>
            <a:headEnd type="arrow" w="med" len="med"/>
            <a:tailEnd type="arrow" w="med" len="med"/>
          </a:ln>
        </p:spPr>
      </p:cxnSp>
      <p:cxnSp>
        <p:nvCxnSpPr>
          <p:cNvPr id="64" name=""/>
          <p:cNvCxnSpPr>
            <a:stCxn xmlns:a="http://schemas.openxmlformats.org/drawingml/2006/main" id="35" idx="2"/>
            <a:endCxn xmlns:a="http://schemas.openxmlformats.org/drawingml/2006/main" id="39" idx="0"/>
          </p:cNvCxnSpPr>
          <p:nvPr/>
        </p:nvCxnSpPr>
        <p:spPr>
          <a:xfrm xmlns:a="http://schemas.openxmlformats.org/drawingml/2006/main">
            <a:off x="10477500" y="6238875"/>
            <a:ext cx="0" cy="381000"/>
          </a:xfrm>
          <a:prstGeom xmlns:a="http://schemas.openxmlformats.org/drawingml/2006/main" prst="straightConnector1">
            <a:avLst/>
          </a:prstGeom>
          <a:ln xmlns:a="http://schemas.openxmlformats.org/drawingml/2006/main" w="19050">
            <a:solidFill>
              <a:srgbClr val="6A8296"/>
            </a:solidFill>
            <a:prstDash val="solid"/>
            <a:tailEnd type="arrow" w="med" len="med"/>
          </a:ln>
        </p:spPr>
      </p:cxnSp>
      <p:cxnSp>
        <p:nvCxnSpPr>
          <p:cNvPr id="65" name=""/>
          <p:cNvCxnSpPr>
            <a:stCxn xmlns:a="http://schemas.openxmlformats.org/drawingml/2006/main" id="31" idx="2"/>
            <a:endCxn xmlns:a="http://schemas.openxmlformats.org/drawingml/2006/main" id="35" idx="0"/>
          </p:cNvCxnSpPr>
          <p:nvPr/>
        </p:nvCxnSpPr>
        <p:spPr>
          <a:xfrm xmlns:a="http://schemas.openxmlformats.org/drawingml/2006/main">
            <a:off x="10477500" y="4048125"/>
            <a:ext cx="0" cy="381000"/>
          </a:xfrm>
          <a:prstGeom xmlns:a="http://schemas.openxmlformats.org/drawingml/2006/main" prst="straightConnector1">
            <a:avLst/>
          </a:prstGeom>
          <a:ln xmlns:a="http://schemas.openxmlformats.org/drawingml/2006/main" w="19050">
            <a:solidFill>
              <a:srgbClr val="6A8296"/>
            </a:solidFill>
            <a:prstDash val="solid"/>
            <a:tailEnd type="arrow" w="med" len="med"/>
          </a:ln>
        </p:spPr>
      </p:cxnSp>
      <p:cxnSp>
        <p:nvCxnSpPr>
          <p:cNvPr id="66" name=""/>
          <p:cNvCxnSpPr>
            <a:stCxn xmlns:a="http://schemas.openxmlformats.org/drawingml/2006/main" id="19" idx="2"/>
            <a:endCxn xmlns:a="http://schemas.openxmlformats.org/drawingml/2006/main" id="23" idx="0"/>
          </p:cNvCxnSpPr>
          <p:nvPr/>
        </p:nvCxnSpPr>
        <p:spPr>
          <a:xfrm xmlns:a="http://schemas.openxmlformats.org/drawingml/2006/main">
            <a:off x="5619750" y="6238875"/>
            <a:ext cx="0" cy="381000"/>
          </a:xfrm>
          <a:prstGeom xmlns:a="http://schemas.openxmlformats.org/drawingml/2006/main" prst="straightConnector1">
            <a:avLst/>
          </a:prstGeom>
          <a:ln xmlns:a="http://schemas.openxmlformats.org/drawingml/2006/main" w="19050">
            <a:solidFill>
              <a:srgbClr val="6A8296"/>
            </a:solidFill>
            <a:prstDash val="solid"/>
            <a:tailEnd type="arrow" w="med" len="med"/>
          </a:ln>
        </p:spPr>
      </p:cxnSp>
      <p:cxnSp>
        <p:nvCxnSpPr>
          <p:cNvPr id="67" name=""/>
          <p:cNvCxnSpPr>
            <a:stCxn xmlns:a="http://schemas.openxmlformats.org/drawingml/2006/main" id="15" idx="2"/>
            <a:endCxn xmlns:a="http://schemas.openxmlformats.org/drawingml/2006/main" id="19" idx="0"/>
          </p:cNvCxnSpPr>
          <p:nvPr/>
        </p:nvCxnSpPr>
        <p:spPr>
          <a:xfrm xmlns:a="http://schemas.openxmlformats.org/drawingml/2006/main">
            <a:off x="5619750" y="4048125"/>
            <a:ext cx="0" cy="381000"/>
          </a:xfrm>
          <a:prstGeom xmlns:a="http://schemas.openxmlformats.org/drawingml/2006/main" prst="straightConnector1">
            <a:avLst/>
          </a:prstGeom>
          <a:ln xmlns:a="http://schemas.openxmlformats.org/drawingml/2006/main" w="19050">
            <a:solidFill>
              <a:srgbClr val="6A8296"/>
            </a:solidFill>
            <a:prstDash val="solid"/>
            <a:tailEnd type="arrow" w="med" len="med"/>
          </a:ln>
        </p:spPr>
      </p:cxnSp>
      <p:cxnSp>
        <p:nvCxnSpPr>
          <p:cNvPr id="68" name=""/>
          <p:cNvCxnSpPr>
            <a:stCxn xmlns:a="http://schemas.openxmlformats.org/drawingml/2006/main" id="11" idx="3"/>
            <a:endCxn xmlns:a="http://schemas.openxmlformats.org/drawingml/2006/main" id="15" idx="1"/>
          </p:cNvCxnSpPr>
          <p:nvPr/>
        </p:nvCxnSpPr>
        <p:spPr>
          <a:xfrm xmlns:a="http://schemas.openxmlformats.org/drawingml/2006/main" flipV="1">
            <a:off x="3143250" y="3143250"/>
            <a:ext cx="476250" cy="2905125"/>
          </a:xfrm>
          <a:prstGeom xmlns:a="http://schemas.openxmlformats.org/drawingml/2006/main" prst="straightConnector1">
            <a:avLst/>
          </a:prstGeom>
          <a:ln xmlns:a="http://schemas.openxmlformats.org/drawingml/2006/main" w="19050">
            <a:solidFill>
              <a:srgbClr val="6A8296"/>
            </a:solidFill>
            <a:prstDash val="dash"/>
            <a:tailEnd type="arrow" w="med" len="med"/>
          </a:ln>
        </p:spPr>
      </p:cxnSp>
      <p:cxnSp>
        <p:nvCxnSpPr>
          <p:cNvPr id="69" name=""/>
          <p:cNvCxnSpPr>
            <a:stCxn xmlns:a="http://schemas.openxmlformats.org/drawingml/2006/main" id="7" idx="3"/>
            <a:endCxn xmlns:a="http://schemas.openxmlformats.org/drawingml/2006/main" id="15" idx="1"/>
          </p:cNvCxnSpPr>
          <p:nvPr/>
        </p:nvCxnSpPr>
        <p:spPr>
          <a:xfrm xmlns:a="http://schemas.openxmlformats.org/drawingml/2006/main">
            <a:off x="3143250" y="3143250"/>
            <a:ext cx="476250" cy="0"/>
          </a:xfrm>
          <a:prstGeom xmlns:a="http://schemas.openxmlformats.org/drawingml/2006/main" prst="straightConnector1">
            <a:avLst/>
          </a:prstGeom>
          <a:ln xmlns:a="http://schemas.openxmlformats.org/drawingml/2006/main" w="19050">
            <a:solidFill>
              <a:srgbClr val="6A8296"/>
            </a:solidFill>
            <a:prstDash val="solid"/>
            <a:tailEnd type="arrow" w="med" len="med"/>
          </a:ln>
        </p:spPr>
      </p:cxnSp>
      <p:sp>
        <p:nvSpPr>
          <p:cNvPr id="70" name="">
            <a:extLst xmlns:a="http://schemas.openxmlformats.org/drawingml/2006/main">
              <a:ext uri="{FF2B5EF4-FFF2-40B4-BE49-F238E27FC236}">
                <a16:creationId xmlns:a16="http://schemas.microsoft.com/office/drawing/2014/main" id="{37FF8945-15C7-4285-8A35-38F6C846E63F}"/>
              </a:ext>
            </a:extLst>
          </p:cNvPr>
          <p:cNvSpPr>
            <a:spLocks xmlns:a="http://schemas.openxmlformats.org/drawingml/2006/main" noGrp="1"/>
          </p:cNvSpPr>
          <p:nvPr/>
        </p:nvSpPr>
        <p:spPr>
          <a:xfrm xmlns:a="http://schemas.openxmlformats.org/drawingml/2006/main">
            <a:off x="476250" y="333375"/>
            <a:ext cx="1619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2D4A"/>
                </a:solidFill>
                <a:latin typeface="Nimbus Sans"/>
                <a:ea typeface="Nimbus Sans"/>
                <a:cs typeface="Nimbus Sans"/>
              </a:defRPr>
            </a:pPr>
            <a:r>
              <a:rPr sz="3600" b="1">
                <a:solidFill>
                  <a:srgbClr val="102D4A"/>
                </a:solidFill>
                <a:latin typeface="Nimbus Sans"/>
                <a:ea typeface="Nimbus Sans"/>
                <a:cs typeface="Nimbus Sans"/>
              </a:rPr>
              <a:t>Agentic Change Impact Intelligence</a:t>
            </a:r>
          </a:p>
        </p:txBody>
      </p:sp>
      <p:sp>
        <p:nvSpPr>
          <p:cNvPr id="2" name="">
            <a:extLst xmlns:a="http://schemas.openxmlformats.org/drawingml/2006/main">
              <a:ext uri="{FF2B5EF4-FFF2-40B4-BE49-F238E27FC236}">
                <a16:creationId xmlns:a16="http://schemas.microsoft.com/office/drawing/2014/main" id="{193A5E93-E027-4C1C-88F5-F53DDE386F65}"/>
              </a:ext>
            </a:extLst>
          </p:cNvPr>
          <p:cNvSpPr>
            <a:spLocks xmlns:a="http://schemas.openxmlformats.org/drawingml/2006/main" noGrp="1"/>
          </p:cNvSpPr>
          <p:nvPr/>
        </p:nvSpPr>
        <p:spPr>
          <a:xfrm xmlns:a="http://schemas.openxmlformats.org/drawingml/2006/main">
            <a:off x="476250" y="1047750"/>
            <a:ext cx="1619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478"/>
                </a:solidFill>
                <a:latin typeface="Nimbus Sans"/>
                <a:ea typeface="Nimbus Sans"/>
                <a:cs typeface="Nimbus Sans"/>
              </a:defRPr>
            </a:pPr>
            <a:r>
              <a:rPr sz="2100" b="0">
                <a:solidFill>
                  <a:srgbClr val="526478"/>
                </a:solidFill>
                <a:latin typeface="Nimbus Sans"/>
                <a:ea typeface="Nimbus Sans"/>
                <a:cs typeface="Nimbus Sans"/>
              </a:rPr>
              <a:t>AWS architecture for credit-card platforms and third-party service changes</a:t>
            </a:r>
          </a:p>
        </p:txBody>
      </p:sp>
      <p:sp>
        <p:nvSpPr>
          <p:cNvPr id="3" name="">
            <a:extLst xmlns:a="http://schemas.openxmlformats.org/drawingml/2006/main">
              <a:ext uri="{FF2B5EF4-FFF2-40B4-BE49-F238E27FC236}">
                <a16:creationId xmlns:a16="http://schemas.microsoft.com/office/drawing/2014/main" id="{3F56B785-A9CC-4196-9415-B77762D411B6}"/>
              </a:ext>
            </a:extLst>
          </p:cNvPr>
          <p:cNvSpPr>
            <a:spLocks xmlns:a="http://schemas.openxmlformats.org/drawingml/2006/main" noGrp="1"/>
          </p:cNvSpPr>
          <p:nvPr/>
        </p:nvSpPr>
        <p:spPr>
          <a:xfrm xmlns:a="http://schemas.openxmlformats.org/drawingml/2006/main">
            <a:off x="476250" y="166687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D4A"/>
                </a:solidFill>
                <a:latin typeface="Nimbus Sans"/>
                <a:ea typeface="Nimbus Sans"/>
                <a:cs typeface="Nimbus Sans"/>
              </a:defRPr>
            </a:pPr>
            <a:r>
              <a:rPr sz="1875" b="1">
                <a:solidFill>
                  <a:srgbClr val="102D4A"/>
                </a:solidFill>
                <a:latin typeface="Nimbus Sans"/>
                <a:ea typeface="Nimbus Sans"/>
                <a:cs typeface="Nimbus Sans"/>
              </a:rPr>
              <a:t>SOURCES</a:t>
            </a:r>
          </a:p>
        </p:txBody>
      </p:sp>
      <p:sp>
        <p:nvSpPr>
          <p:cNvPr id="4" name="">
            <a:extLst xmlns:a="http://schemas.openxmlformats.org/drawingml/2006/main">
              <a:ext uri="{FF2B5EF4-FFF2-40B4-BE49-F238E27FC236}">
                <a16:creationId xmlns:a16="http://schemas.microsoft.com/office/drawing/2014/main" id="{3006FF12-E59D-494F-90CA-7420F371FD8D}"/>
              </a:ext>
            </a:extLst>
          </p:cNvPr>
          <p:cNvSpPr>
            <a:spLocks xmlns:a="http://schemas.openxmlformats.org/drawingml/2006/main" noGrp="1"/>
          </p:cNvSpPr>
          <p:nvPr/>
        </p:nvSpPr>
        <p:spPr>
          <a:xfrm xmlns:a="http://schemas.openxmlformats.org/drawingml/2006/main">
            <a:off x="3619500" y="1666875"/>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D4A"/>
                </a:solidFill>
                <a:latin typeface="Nimbus Sans"/>
                <a:ea typeface="Nimbus Sans"/>
                <a:cs typeface="Nimbus Sans"/>
              </a:defRPr>
            </a:pPr>
            <a:r>
              <a:rPr sz="1875" b="1">
                <a:solidFill>
                  <a:srgbClr val="102D4A"/>
                </a:solidFill>
                <a:latin typeface="Nimbus Sans"/>
                <a:ea typeface="Nimbus Sans"/>
                <a:cs typeface="Nimbus Sans"/>
              </a:rPr>
              <a:t>DATA &amp; ANALYTICS</a:t>
            </a:r>
          </a:p>
        </p:txBody>
      </p:sp>
      <p:sp>
        <p:nvSpPr>
          <p:cNvPr id="5" name="">
            <a:extLst xmlns:a="http://schemas.openxmlformats.org/drawingml/2006/main">
              <a:ext uri="{FF2B5EF4-FFF2-40B4-BE49-F238E27FC236}">
                <a16:creationId xmlns:a16="http://schemas.microsoft.com/office/drawing/2014/main" id="{B4413849-1E46-464E-AF01-F2853E180296}"/>
              </a:ext>
            </a:extLst>
          </p:cNvPr>
          <p:cNvSpPr>
            <a:spLocks xmlns:a="http://schemas.openxmlformats.org/drawingml/2006/main" noGrp="1"/>
          </p:cNvSpPr>
          <p:nvPr/>
        </p:nvSpPr>
        <p:spPr>
          <a:xfrm xmlns:a="http://schemas.openxmlformats.org/drawingml/2006/main">
            <a:off x="8096250" y="16668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D4A"/>
                </a:solidFill>
                <a:latin typeface="Nimbus Sans"/>
                <a:ea typeface="Nimbus Sans"/>
                <a:cs typeface="Nimbus Sans"/>
              </a:defRPr>
            </a:pPr>
            <a:r>
              <a:rPr sz="1875" b="1">
                <a:solidFill>
                  <a:srgbClr val="102D4A"/>
                </a:solidFill>
                <a:latin typeface="Nimbus Sans"/>
                <a:ea typeface="Nimbus Sans"/>
                <a:cs typeface="Nimbus Sans"/>
              </a:rPr>
              <a:t>BEDROCK INTELLIGENCE</a:t>
            </a:r>
          </a:p>
        </p:txBody>
      </p:sp>
      <p:sp>
        <p:nvSpPr>
          <p:cNvPr id="6" name="">
            <a:extLst xmlns:a="http://schemas.openxmlformats.org/drawingml/2006/main">
              <a:ext uri="{FF2B5EF4-FFF2-40B4-BE49-F238E27FC236}">
                <a16:creationId xmlns:a16="http://schemas.microsoft.com/office/drawing/2014/main" id="{94F2707B-80CD-40F5-BC56-2F8CFC661C76}"/>
              </a:ext>
            </a:extLst>
          </p:cNvPr>
          <p:cNvSpPr>
            <a:spLocks xmlns:a="http://schemas.openxmlformats.org/drawingml/2006/main" noGrp="1"/>
          </p:cNvSpPr>
          <p:nvPr/>
        </p:nvSpPr>
        <p:spPr>
          <a:xfrm xmlns:a="http://schemas.openxmlformats.org/drawingml/2006/main">
            <a:off x="13335000" y="16668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02D4A"/>
                </a:solidFill>
                <a:latin typeface="Nimbus Sans"/>
                <a:ea typeface="Nimbus Sans"/>
                <a:cs typeface="Nimbus Sans"/>
              </a:defRPr>
            </a:pPr>
            <a:r>
              <a:rPr sz="1875" b="1">
                <a:solidFill>
                  <a:srgbClr val="102D4A"/>
                </a:solidFill>
                <a:latin typeface="Nimbus Sans"/>
                <a:ea typeface="Nimbus Sans"/>
                <a:cs typeface="Nimbus Sans"/>
              </a:rPr>
              <a:t>CHAT + DYNAMIC BI</a:t>
            </a:r>
          </a:p>
        </p:txBody>
      </p:sp>
      <p:sp>
        <p:nvSpPr>
          <p:cNvPr id="7" name="">
            <a:extLst xmlns:a="http://schemas.openxmlformats.org/drawingml/2006/main">
              <a:ext uri="{FF2B5EF4-FFF2-40B4-BE49-F238E27FC236}">
                <a16:creationId xmlns:a16="http://schemas.microsoft.com/office/drawing/2014/main" id="{9BCBCF10-A908-47DE-996C-42F8F0CEE40F}"/>
              </a:ext>
            </a:extLst>
          </p:cNvPr>
          <p:cNvSpPr>
            <a:spLocks xmlns:a="http://schemas.openxmlformats.org/drawingml/2006/main" noGrp="1"/>
          </p:cNvSpPr>
          <p:nvPr/>
        </p:nvSpPr>
        <p:spPr>
          <a:xfrm xmlns:a="http://schemas.openxmlformats.org/drawingml/2006/main">
            <a:off x="476250" y="2238375"/>
            <a:ext cx="2667000" cy="1809750"/>
          </a:xfrm>
          <a:prstGeom xmlns:a="http://schemas.openxmlformats.org/drawingml/2006/main" prst="rect">
            <a:avLst/>
          </a:prstGeom>
          <a:solidFill xmlns:a="http://schemas.openxmlformats.org/drawingml/2006/main">
            <a:srgbClr val="F5F8FB"/>
          </a:solidFill>
          <a:ln xmlns:a="http://schemas.openxmlformats.org/drawingml/2006/main" w="14288">
            <a:solidFill>
              <a:srgbClr val="D3DFE9"/>
            </a:solidFill>
            <a:prstDash val="solid"/>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55440267dd284cfd"/>
          <a:srcRect xmlns:a="http://schemas.openxmlformats.org/drawingml/2006/main" l="20604" t="72134" r="72940" b="18972"/>
          <a:stretch xmlns:a="http://schemas.openxmlformats.org/drawingml/2006/main"/>
        </p:blipFill>
        <p:spPr>
          <a:xfrm xmlns:a="http://schemas.openxmlformats.org/drawingml/2006/main">
            <a:off x="628650" y="2371725"/>
            <a:ext cx="552450" cy="5238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4DA1B56-C4E8-49F4-A4D5-9B8CAAA1C447}"/>
              </a:ext>
            </a:extLst>
          </p:cNvPr>
          <p:cNvSpPr>
            <a:spLocks xmlns:a="http://schemas.openxmlformats.org/drawingml/2006/main" noGrp="1"/>
          </p:cNvSpPr>
          <p:nvPr/>
        </p:nvSpPr>
        <p:spPr>
          <a:xfrm xmlns:a="http://schemas.openxmlformats.org/drawingml/2006/main">
            <a:off x="1333500" y="2409825"/>
            <a:ext cx="1657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9AA"/>
                </a:solidFill>
                <a:latin typeface="Nimbus Sans"/>
                <a:ea typeface="Nimbus Sans"/>
                <a:cs typeface="Nimbus Sans"/>
              </a:defRPr>
            </a:pPr>
            <a:r>
              <a:rPr sz="1875" b="1">
                <a:solidFill>
                  <a:srgbClr val="1769AA"/>
                </a:solidFill>
                <a:latin typeface="Nimbus Sans"/>
                <a:ea typeface="Nimbus Sans"/>
                <a:cs typeface="Nimbus Sans"/>
              </a:rPr>
              <a:t>Jira MVP</a:t>
            </a:r>
          </a:p>
        </p:txBody>
      </p:sp>
      <p:sp>
        <p:nvSpPr>
          <p:cNvPr id="10" name="">
            <a:extLst xmlns:a="http://schemas.openxmlformats.org/drawingml/2006/main">
              <a:ext uri="{FF2B5EF4-FFF2-40B4-BE49-F238E27FC236}">
                <a16:creationId xmlns:a16="http://schemas.microsoft.com/office/drawing/2014/main" id="{DEEB16E3-3C82-4445-A013-374582D0F0AC}"/>
              </a:ext>
            </a:extLst>
          </p:cNvPr>
          <p:cNvSpPr>
            <a:spLocks xmlns:a="http://schemas.openxmlformats.org/drawingml/2006/main" noGrp="1"/>
          </p:cNvSpPr>
          <p:nvPr/>
        </p:nvSpPr>
        <p:spPr>
          <a:xfrm xmlns:a="http://schemas.openxmlformats.org/drawingml/2006/main">
            <a:off x="647700" y="3038475"/>
            <a:ext cx="23241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Stories + bugs</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Status history</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Comments + links</a:t>
            </a:r>
          </a:p>
        </p:txBody>
      </p:sp>
      <p:sp>
        <p:nvSpPr>
          <p:cNvPr id="11" name="">
            <a:extLst xmlns:a="http://schemas.openxmlformats.org/drawingml/2006/main">
              <a:ext uri="{FF2B5EF4-FFF2-40B4-BE49-F238E27FC236}">
                <a16:creationId xmlns:a16="http://schemas.microsoft.com/office/drawing/2014/main" id="{AF4DE21D-FA83-42CD-A734-64B772E0A61D}"/>
              </a:ext>
            </a:extLst>
          </p:cNvPr>
          <p:cNvSpPr>
            <a:spLocks xmlns:a="http://schemas.openxmlformats.org/drawingml/2006/main" noGrp="1"/>
          </p:cNvSpPr>
          <p:nvPr/>
        </p:nvSpPr>
        <p:spPr>
          <a:xfrm xmlns:a="http://schemas.openxmlformats.org/drawingml/2006/main">
            <a:off x="476250" y="4810125"/>
            <a:ext cx="2667000" cy="2476500"/>
          </a:xfrm>
          <a:prstGeom xmlns:a="http://schemas.openxmlformats.org/drawingml/2006/main" prst="rect">
            <a:avLst/>
          </a:prstGeom>
          <a:solidFill xmlns:a="http://schemas.openxmlformats.org/drawingml/2006/main">
            <a:srgbClr val="FFFFFF"/>
          </a:solidFill>
          <a:ln xmlns:a="http://schemas.openxmlformats.org/drawingml/2006/main" w="14288">
            <a:solidFill>
              <a:srgbClr val="8E9DAC"/>
            </a:solidFill>
            <a:prstDash val="dash"/>
          </a:ln>
        </p:spPr>
      </p:sp>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c382b89a86b94780"/>
          <a:srcRect xmlns:a="http://schemas.openxmlformats.org/drawingml/2006/main" l="46978" t="3953" r="46978" b="85968"/>
          <a:stretch xmlns:a="http://schemas.openxmlformats.org/drawingml/2006/main"/>
        </p:blipFill>
        <p:spPr>
          <a:xfrm xmlns:a="http://schemas.openxmlformats.org/drawingml/2006/main">
            <a:off x="628650" y="4943475"/>
            <a:ext cx="552450" cy="5238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A49984B-3EDC-4813-B590-F200F150E018}"/>
              </a:ext>
            </a:extLst>
          </p:cNvPr>
          <p:cNvSpPr>
            <a:spLocks xmlns:a="http://schemas.openxmlformats.org/drawingml/2006/main" noGrp="1"/>
          </p:cNvSpPr>
          <p:nvPr/>
        </p:nvSpPr>
        <p:spPr>
          <a:xfrm xmlns:a="http://schemas.openxmlformats.org/drawingml/2006/main">
            <a:off x="1333500" y="4981575"/>
            <a:ext cx="1657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26478"/>
                </a:solidFill>
                <a:latin typeface="Nimbus Sans"/>
                <a:ea typeface="Nimbus Sans"/>
                <a:cs typeface="Nimbus Sans"/>
              </a:defRPr>
            </a:pPr>
            <a:r>
              <a:rPr sz="1875" b="1">
                <a:solidFill>
                  <a:srgbClr val="526478"/>
                </a:solidFill>
                <a:latin typeface="Nimbus Sans"/>
                <a:ea typeface="Nimbus Sans"/>
                <a:cs typeface="Nimbus Sans"/>
              </a:rPr>
              <a:t>Future sources</a:t>
            </a:r>
          </a:p>
        </p:txBody>
      </p:sp>
      <p:sp>
        <p:nvSpPr>
          <p:cNvPr id="14" name="">
            <a:extLst xmlns:a="http://schemas.openxmlformats.org/drawingml/2006/main">
              <a:ext uri="{FF2B5EF4-FFF2-40B4-BE49-F238E27FC236}">
                <a16:creationId xmlns:a16="http://schemas.microsoft.com/office/drawing/2014/main" id="{7AC8614E-8BBF-4D67-AD54-C408197D32FE}"/>
              </a:ext>
            </a:extLst>
          </p:cNvPr>
          <p:cNvSpPr>
            <a:spLocks xmlns:a="http://schemas.openxmlformats.org/drawingml/2006/main" noGrp="1"/>
          </p:cNvSpPr>
          <p:nvPr/>
        </p:nvSpPr>
        <p:spPr>
          <a:xfrm xmlns:a="http://schemas.openxmlformats.org/drawingml/2006/main">
            <a:off x="647700" y="5610225"/>
            <a:ext cx="23241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ServiceNow, CMDB</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Vendor SLAs, releases</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Telemetry, complaints</a:t>
            </a:r>
          </a:p>
        </p:txBody>
      </p:sp>
      <p:sp>
        <p:nvSpPr>
          <p:cNvPr id="15" name="">
            <a:extLst xmlns:a="http://schemas.openxmlformats.org/drawingml/2006/main">
              <a:ext uri="{FF2B5EF4-FFF2-40B4-BE49-F238E27FC236}">
                <a16:creationId xmlns:a16="http://schemas.microsoft.com/office/drawing/2014/main" id="{254A892F-2287-4018-9D66-C8D57913D7EB}"/>
              </a:ext>
            </a:extLst>
          </p:cNvPr>
          <p:cNvSpPr>
            <a:spLocks xmlns:a="http://schemas.openxmlformats.org/drawingml/2006/main" noGrp="1"/>
          </p:cNvSpPr>
          <p:nvPr/>
        </p:nvSpPr>
        <p:spPr>
          <a:xfrm xmlns:a="http://schemas.openxmlformats.org/drawingml/2006/main">
            <a:off x="3619500" y="2238375"/>
            <a:ext cx="4000500" cy="1809750"/>
          </a:xfrm>
          <a:prstGeom xmlns:a="http://schemas.openxmlformats.org/drawingml/2006/main" prst="rect">
            <a:avLst/>
          </a:prstGeom>
          <a:solidFill xmlns:a="http://schemas.openxmlformats.org/drawingml/2006/main">
            <a:srgbClr val="F5F8FB"/>
          </a:solidFill>
          <a:ln xmlns:a="http://schemas.openxmlformats.org/drawingml/2006/main" w="14288">
            <a:solidFill>
              <a:srgbClr val="D3DFE9"/>
            </a:solidFill>
            <a:prstDash val="solid"/>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1b5771d018274472"/>
          <a:srcRect xmlns:a="http://schemas.openxmlformats.org/drawingml/2006/main" l="44780" t="72134" r="48901" b="19170"/>
          <a:stretch xmlns:a="http://schemas.openxmlformats.org/drawingml/2006/main"/>
        </p:blipFill>
        <p:spPr>
          <a:xfrm xmlns:a="http://schemas.openxmlformats.org/drawingml/2006/main">
            <a:off x="3771900" y="2371725"/>
            <a:ext cx="552450" cy="5238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1D8217B2-9319-4293-8AE0-79602E227A96}"/>
              </a:ext>
            </a:extLst>
          </p:cNvPr>
          <p:cNvSpPr>
            <a:spLocks xmlns:a="http://schemas.openxmlformats.org/drawingml/2006/main" noGrp="1"/>
          </p:cNvSpPr>
          <p:nvPr/>
        </p:nvSpPr>
        <p:spPr>
          <a:xfrm xmlns:a="http://schemas.openxmlformats.org/drawingml/2006/main">
            <a:off x="4476750" y="2409825"/>
            <a:ext cx="2990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9AA"/>
                </a:solidFill>
                <a:latin typeface="Nimbus Sans"/>
                <a:ea typeface="Nimbus Sans"/>
                <a:cs typeface="Nimbus Sans"/>
              </a:defRPr>
            </a:pPr>
            <a:r>
              <a:rPr sz="1875" b="1">
                <a:solidFill>
                  <a:srgbClr val="1769AA"/>
                </a:solidFill>
                <a:latin typeface="Nimbus Sans"/>
                <a:ea typeface="Nimbus Sans"/>
                <a:cs typeface="Nimbus Sans"/>
              </a:rPr>
              <a:t>Ingest &amp; standardize</a:t>
            </a:r>
          </a:p>
        </p:txBody>
      </p:sp>
      <p:sp>
        <p:nvSpPr>
          <p:cNvPr id="18" name="">
            <a:extLst xmlns:a="http://schemas.openxmlformats.org/drawingml/2006/main">
              <a:ext uri="{FF2B5EF4-FFF2-40B4-BE49-F238E27FC236}">
                <a16:creationId xmlns:a16="http://schemas.microsoft.com/office/drawing/2014/main" id="{A8B57A52-7C36-48BD-998D-A5D4413B447E}"/>
              </a:ext>
            </a:extLst>
          </p:cNvPr>
          <p:cNvSpPr>
            <a:spLocks xmlns:a="http://schemas.openxmlformats.org/drawingml/2006/main" noGrp="1"/>
          </p:cNvSpPr>
          <p:nvPr/>
        </p:nvSpPr>
        <p:spPr>
          <a:xfrm xmlns:a="http://schemas.openxmlformats.org/drawingml/2006/main">
            <a:off x="3790950" y="3038475"/>
            <a:ext cx="3657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Jira API + Lambda / Glue</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S3 raw + curated data</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Data quality + source ACLs</a:t>
            </a:r>
          </a:p>
        </p:txBody>
      </p:sp>
      <p:sp>
        <p:nvSpPr>
          <p:cNvPr id="19" name="">
            <a:extLst xmlns:a="http://schemas.openxmlformats.org/drawingml/2006/main">
              <a:ext uri="{FF2B5EF4-FFF2-40B4-BE49-F238E27FC236}">
                <a16:creationId xmlns:a16="http://schemas.microsoft.com/office/drawing/2014/main" id="{F7AAE61E-125C-4A77-81A6-36B34B7B2EC9}"/>
              </a:ext>
            </a:extLst>
          </p:cNvPr>
          <p:cNvSpPr>
            <a:spLocks xmlns:a="http://schemas.openxmlformats.org/drawingml/2006/main" noGrp="1"/>
          </p:cNvSpPr>
          <p:nvPr/>
        </p:nvSpPr>
        <p:spPr>
          <a:xfrm xmlns:a="http://schemas.openxmlformats.org/drawingml/2006/main">
            <a:off x="3619500" y="4429125"/>
            <a:ext cx="4000500" cy="1809750"/>
          </a:xfrm>
          <a:prstGeom xmlns:a="http://schemas.openxmlformats.org/drawingml/2006/main" prst="rect">
            <a:avLst/>
          </a:prstGeom>
          <a:solidFill xmlns:a="http://schemas.openxmlformats.org/drawingml/2006/main">
            <a:srgbClr val="F5F8FB"/>
          </a:solidFill>
          <a:ln xmlns:a="http://schemas.openxmlformats.org/drawingml/2006/main" w="14288">
            <a:solidFill>
              <a:srgbClr val="D3DFE9"/>
            </a:solidFill>
            <a:prstDash val="solid"/>
          </a:ln>
        </p:spPr>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03a579f0611e4e80"/>
          <a:srcRect xmlns:a="http://schemas.openxmlformats.org/drawingml/2006/main" l="50412" t="50395" r="43819" b="41700"/>
          <a:stretch xmlns:a="http://schemas.openxmlformats.org/drawingml/2006/main"/>
        </p:blipFill>
        <p:spPr>
          <a:xfrm xmlns:a="http://schemas.openxmlformats.org/drawingml/2006/main">
            <a:off x="3771900" y="4562475"/>
            <a:ext cx="552450" cy="52387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B6B7E29-9619-46DB-A1A1-D784EF45556F}"/>
              </a:ext>
            </a:extLst>
          </p:cNvPr>
          <p:cNvSpPr>
            <a:spLocks xmlns:a="http://schemas.openxmlformats.org/drawingml/2006/main" noGrp="1"/>
          </p:cNvSpPr>
          <p:nvPr/>
        </p:nvSpPr>
        <p:spPr>
          <a:xfrm xmlns:a="http://schemas.openxmlformats.org/drawingml/2006/main">
            <a:off x="4476750" y="4600575"/>
            <a:ext cx="2990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9AA"/>
                </a:solidFill>
                <a:latin typeface="Nimbus Sans"/>
                <a:ea typeface="Nimbus Sans"/>
                <a:cs typeface="Nimbus Sans"/>
              </a:defRPr>
            </a:pPr>
            <a:r>
              <a:rPr sz="1875" b="1">
                <a:solidFill>
                  <a:srgbClr val="1769AA"/>
                </a:solidFill>
                <a:latin typeface="Nimbus Sans"/>
                <a:ea typeface="Nimbus Sans"/>
                <a:cs typeface="Nimbus Sans"/>
              </a:rPr>
              <a:t>Business semantics</a:t>
            </a:r>
          </a:p>
        </p:txBody>
      </p:sp>
      <p:sp>
        <p:nvSpPr>
          <p:cNvPr id="22" name="">
            <a:extLst xmlns:a="http://schemas.openxmlformats.org/drawingml/2006/main">
              <a:ext uri="{FF2B5EF4-FFF2-40B4-BE49-F238E27FC236}">
                <a16:creationId xmlns:a16="http://schemas.microsoft.com/office/drawing/2014/main" id="{11ED64C2-3385-41C8-B51F-F186020F73FE}"/>
              </a:ext>
            </a:extLst>
          </p:cNvPr>
          <p:cNvSpPr>
            <a:spLocks xmlns:a="http://schemas.openxmlformats.org/drawingml/2006/main" noGrp="1"/>
          </p:cNvSpPr>
          <p:nvPr/>
        </p:nvSpPr>
        <p:spPr>
          <a:xfrm xmlns:a="http://schemas.openxmlformats.org/drawingml/2006/main">
            <a:off x="3790950" y="5229225"/>
            <a:ext cx="3657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Business entities + metrics</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Glue Catalog</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Outcome definitions</a:t>
            </a:r>
          </a:p>
        </p:txBody>
      </p:sp>
      <p:sp>
        <p:nvSpPr>
          <p:cNvPr id="23" name="">
            <a:extLst xmlns:a="http://schemas.openxmlformats.org/drawingml/2006/main">
              <a:ext uri="{FF2B5EF4-FFF2-40B4-BE49-F238E27FC236}">
                <a16:creationId xmlns:a16="http://schemas.microsoft.com/office/drawing/2014/main" id="{CE448E06-65FA-445E-A849-DEF9E67D67D3}"/>
              </a:ext>
            </a:extLst>
          </p:cNvPr>
          <p:cNvSpPr>
            <a:spLocks xmlns:a="http://schemas.openxmlformats.org/drawingml/2006/main" noGrp="1"/>
          </p:cNvSpPr>
          <p:nvPr/>
        </p:nvSpPr>
        <p:spPr>
          <a:xfrm xmlns:a="http://schemas.openxmlformats.org/drawingml/2006/main">
            <a:off x="3619500" y="6619875"/>
            <a:ext cx="4000500" cy="1381125"/>
          </a:xfrm>
          <a:prstGeom xmlns:a="http://schemas.openxmlformats.org/drawingml/2006/main" prst="rect">
            <a:avLst/>
          </a:prstGeom>
          <a:solidFill xmlns:a="http://schemas.openxmlformats.org/drawingml/2006/main">
            <a:srgbClr val="F5F8FB"/>
          </a:solidFill>
          <a:ln xmlns:a="http://schemas.openxmlformats.org/drawingml/2006/main" w="14288">
            <a:solidFill>
              <a:srgbClr val="D3DFE9"/>
            </a:solidFill>
            <a:prstDash val="solid"/>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0d20fd6cd24f49b0"/>
          <a:srcRect xmlns:a="http://schemas.openxmlformats.org/drawingml/2006/main" l="37637" t="49407" r="56181" b="41700"/>
          <a:stretch xmlns:a="http://schemas.openxmlformats.org/drawingml/2006/main"/>
        </p:blipFill>
        <p:spPr>
          <a:xfrm xmlns:a="http://schemas.openxmlformats.org/drawingml/2006/main">
            <a:off x="3771900" y="6753225"/>
            <a:ext cx="552450" cy="523875"/>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793F7CD6-406B-4F1D-9004-28572FD5CAC8}"/>
              </a:ext>
            </a:extLst>
          </p:cNvPr>
          <p:cNvSpPr>
            <a:spLocks xmlns:a="http://schemas.openxmlformats.org/drawingml/2006/main" noGrp="1"/>
          </p:cNvSpPr>
          <p:nvPr/>
        </p:nvSpPr>
        <p:spPr>
          <a:xfrm xmlns:a="http://schemas.openxmlformats.org/drawingml/2006/main">
            <a:off x="4476750" y="6791325"/>
            <a:ext cx="2990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9AA"/>
                </a:solidFill>
                <a:latin typeface="Nimbus Sans"/>
                <a:ea typeface="Nimbus Sans"/>
                <a:cs typeface="Nimbus Sans"/>
              </a:defRPr>
            </a:pPr>
            <a:r>
              <a:rPr sz="1875" b="1">
                <a:solidFill>
                  <a:srgbClr val="1769AA"/>
                </a:solidFill>
                <a:latin typeface="Nimbus Sans"/>
                <a:ea typeface="Nimbus Sans"/>
                <a:cs typeface="Nimbus Sans"/>
              </a:rPr>
              <a:t>Approved tools</a:t>
            </a:r>
          </a:p>
        </p:txBody>
      </p:sp>
      <p:sp>
        <p:nvSpPr>
          <p:cNvPr id="26" name="">
            <a:extLst xmlns:a="http://schemas.openxmlformats.org/drawingml/2006/main">
              <a:ext uri="{FF2B5EF4-FFF2-40B4-BE49-F238E27FC236}">
                <a16:creationId xmlns:a16="http://schemas.microsoft.com/office/drawing/2014/main" id="{682D1F2F-53DD-4C99-8790-34C698CCC303}"/>
              </a:ext>
            </a:extLst>
          </p:cNvPr>
          <p:cNvSpPr>
            <a:spLocks xmlns:a="http://schemas.openxmlformats.org/drawingml/2006/main" noGrp="1"/>
          </p:cNvSpPr>
          <p:nvPr/>
        </p:nvSpPr>
        <p:spPr>
          <a:xfrm xmlns:a="http://schemas.openxmlformats.org/drawingml/2006/main">
            <a:off x="3790950" y="7419975"/>
            <a:ext cx="365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Athena SQL / Python</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OpenSearch vector RAG</a:t>
            </a:r>
          </a:p>
        </p:txBody>
      </p:sp>
      <p:sp>
        <p:nvSpPr>
          <p:cNvPr id="31" name="">
            <a:extLst xmlns:a="http://schemas.openxmlformats.org/drawingml/2006/main">
              <a:ext uri="{FF2B5EF4-FFF2-40B4-BE49-F238E27FC236}">
                <a16:creationId xmlns:a16="http://schemas.microsoft.com/office/drawing/2014/main" id="{097BF225-27EB-4260-A39E-432A24BEF921}"/>
              </a:ext>
            </a:extLst>
          </p:cNvPr>
          <p:cNvSpPr>
            <a:spLocks xmlns:a="http://schemas.openxmlformats.org/drawingml/2006/main" noGrp="1"/>
          </p:cNvSpPr>
          <p:nvPr/>
        </p:nvSpPr>
        <p:spPr>
          <a:xfrm xmlns:a="http://schemas.openxmlformats.org/drawingml/2006/main">
            <a:off x="8096250" y="2238375"/>
            <a:ext cx="4762500" cy="1809750"/>
          </a:xfrm>
          <a:prstGeom xmlns:a="http://schemas.openxmlformats.org/drawingml/2006/main" prst="rect">
            <a:avLst/>
          </a:prstGeom>
          <a:solidFill xmlns:a="http://schemas.openxmlformats.org/drawingml/2006/main">
            <a:srgbClr val="F5F8FB"/>
          </a:solidFill>
          <a:ln xmlns:a="http://schemas.openxmlformats.org/drawingml/2006/main" w="14288">
            <a:solidFill>
              <a:srgbClr val="D3DFE9"/>
            </a:solidFill>
            <a:prstDash val="solid"/>
          </a:ln>
        </p:spPr>
      </p:sp>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42adc3e8f6534f41"/>
          <a:srcRect xmlns:a="http://schemas.openxmlformats.org/drawingml/2006/main" l="29808" t="49407" r="63736" b="41700"/>
          <a:stretch xmlns:a="http://schemas.openxmlformats.org/drawingml/2006/main"/>
        </p:blipFill>
        <p:spPr>
          <a:xfrm xmlns:a="http://schemas.openxmlformats.org/drawingml/2006/main">
            <a:off x="8248650" y="2371725"/>
            <a:ext cx="552450" cy="523875"/>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7CB9F882-A2D5-4C2B-958C-826FD803AB87}"/>
              </a:ext>
            </a:extLst>
          </p:cNvPr>
          <p:cNvSpPr>
            <a:spLocks xmlns:a="http://schemas.openxmlformats.org/drawingml/2006/main" noGrp="1"/>
          </p:cNvSpPr>
          <p:nvPr/>
        </p:nvSpPr>
        <p:spPr>
          <a:xfrm xmlns:a="http://schemas.openxmlformats.org/drawingml/2006/main">
            <a:off x="8953500" y="2409825"/>
            <a:ext cx="3752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E87"/>
                </a:solidFill>
                <a:latin typeface="Nimbus Sans"/>
                <a:ea typeface="Nimbus Sans"/>
                <a:cs typeface="Nimbus Sans"/>
              </a:defRPr>
            </a:pPr>
            <a:r>
              <a:rPr sz="1875" b="1">
                <a:solidFill>
                  <a:srgbClr val="007E87"/>
                </a:solidFill>
                <a:latin typeface="Nimbus Sans"/>
                <a:ea typeface="Nimbus Sans"/>
                <a:cs typeface="Nimbus Sans"/>
              </a:rPr>
              <a:t>Orchestration &amp; reasoning</a:t>
            </a:r>
          </a:p>
        </p:txBody>
      </p:sp>
      <p:sp>
        <p:nvSpPr>
          <p:cNvPr id="34" name="">
            <a:extLst xmlns:a="http://schemas.openxmlformats.org/drawingml/2006/main">
              <a:ext uri="{FF2B5EF4-FFF2-40B4-BE49-F238E27FC236}">
                <a16:creationId xmlns:a16="http://schemas.microsoft.com/office/drawing/2014/main" id="{AFE9A5BA-1D9B-4D98-9256-FAD01682FAFB}"/>
              </a:ext>
            </a:extLst>
          </p:cNvPr>
          <p:cNvSpPr>
            <a:spLocks xmlns:a="http://schemas.openxmlformats.org/drawingml/2006/main" noGrp="1"/>
          </p:cNvSpPr>
          <p:nvPr/>
        </p:nvSpPr>
        <p:spPr>
          <a:xfrm xmlns:a="http://schemas.openxmlformats.org/drawingml/2006/main">
            <a:off x="8267700" y="3038475"/>
            <a:ext cx="4419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LangGraph on ECS Fargate</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Bedrock Converse API</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Intent + context + plan + tool routing</a:t>
            </a:r>
          </a:p>
        </p:txBody>
      </p:sp>
      <p:sp>
        <p:nvSpPr>
          <p:cNvPr id="35" name="">
            <a:extLst xmlns:a="http://schemas.openxmlformats.org/drawingml/2006/main">
              <a:ext uri="{FF2B5EF4-FFF2-40B4-BE49-F238E27FC236}">
                <a16:creationId xmlns:a16="http://schemas.microsoft.com/office/drawing/2014/main" id="{574552FB-3707-4945-87F3-07D1F092167A}"/>
              </a:ext>
            </a:extLst>
          </p:cNvPr>
          <p:cNvSpPr>
            <a:spLocks xmlns:a="http://schemas.openxmlformats.org/drawingml/2006/main" noGrp="1"/>
          </p:cNvSpPr>
          <p:nvPr/>
        </p:nvSpPr>
        <p:spPr>
          <a:xfrm xmlns:a="http://schemas.openxmlformats.org/drawingml/2006/main">
            <a:off x="8096250" y="4429125"/>
            <a:ext cx="4762500" cy="1809750"/>
          </a:xfrm>
          <a:prstGeom xmlns:a="http://schemas.openxmlformats.org/drawingml/2006/main" prst="rect">
            <a:avLst/>
          </a:prstGeom>
          <a:solidFill xmlns:a="http://schemas.openxmlformats.org/drawingml/2006/main">
            <a:srgbClr val="F5F8FB"/>
          </a:solidFill>
          <a:ln xmlns:a="http://schemas.openxmlformats.org/drawingml/2006/main" w="14288">
            <a:solidFill>
              <a:srgbClr val="D3DFE9"/>
            </a:solidFill>
            <a:prstDash val="solid"/>
          </a:ln>
        </p:spPr>
      </p:sp>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acd28ae484746b8"/>
          <a:srcRect xmlns:a="http://schemas.openxmlformats.org/drawingml/2006/main" l="51786" t="32806" r="43407" b="58696"/>
          <a:stretch xmlns:a="http://schemas.openxmlformats.org/drawingml/2006/main"/>
        </p:blipFill>
        <p:spPr>
          <a:xfrm xmlns:a="http://schemas.openxmlformats.org/drawingml/2006/main">
            <a:off x="8248650" y="4562475"/>
            <a:ext cx="552450" cy="523875"/>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68D0725D-7840-4E2F-8525-DED9B0F74039}"/>
              </a:ext>
            </a:extLst>
          </p:cNvPr>
          <p:cNvSpPr>
            <a:spLocks xmlns:a="http://schemas.openxmlformats.org/drawingml/2006/main" noGrp="1"/>
          </p:cNvSpPr>
          <p:nvPr/>
        </p:nvSpPr>
        <p:spPr>
          <a:xfrm xmlns:a="http://schemas.openxmlformats.org/drawingml/2006/main">
            <a:off x="8953500" y="4600575"/>
            <a:ext cx="3752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E87"/>
                </a:solidFill>
                <a:latin typeface="Nimbus Sans"/>
                <a:ea typeface="Nimbus Sans"/>
                <a:cs typeface="Nimbus Sans"/>
              </a:defRPr>
            </a:pPr>
            <a:r>
              <a:rPr sz="1875" b="1">
                <a:solidFill>
                  <a:srgbClr val="007E87"/>
                </a:solidFill>
                <a:latin typeface="Nimbus Sans"/>
                <a:ea typeface="Nimbus Sans"/>
                <a:cs typeface="Nimbus Sans"/>
              </a:rPr>
              <a:t>Specialist agents</a:t>
            </a:r>
          </a:p>
        </p:txBody>
      </p:sp>
      <p:sp>
        <p:nvSpPr>
          <p:cNvPr id="38" name="">
            <a:extLst xmlns:a="http://schemas.openxmlformats.org/drawingml/2006/main">
              <a:ext uri="{FF2B5EF4-FFF2-40B4-BE49-F238E27FC236}">
                <a16:creationId xmlns:a16="http://schemas.microsoft.com/office/drawing/2014/main" id="{E9A27C4B-876D-45E8-9C47-BBCE53F6F0D2}"/>
              </a:ext>
            </a:extLst>
          </p:cNvPr>
          <p:cNvSpPr>
            <a:spLocks xmlns:a="http://schemas.openxmlformats.org/drawingml/2006/main" noGrp="1"/>
          </p:cNvSpPr>
          <p:nvPr/>
        </p:nvSpPr>
        <p:spPr>
          <a:xfrm xmlns:a="http://schemas.openxmlformats.org/drawingml/2006/main">
            <a:off x="8267700" y="5229225"/>
            <a:ext cx="4419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Historical retrieval + similarity</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Deterministic analytics + impact</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Evidence checks + chart specification</a:t>
            </a:r>
          </a:p>
        </p:txBody>
      </p:sp>
      <p:sp>
        <p:nvSpPr>
          <p:cNvPr id="39" name="">
            <a:extLst xmlns:a="http://schemas.openxmlformats.org/drawingml/2006/main">
              <a:ext uri="{FF2B5EF4-FFF2-40B4-BE49-F238E27FC236}">
                <a16:creationId xmlns:a16="http://schemas.microsoft.com/office/drawing/2014/main" id="{C0711C97-625B-4433-9DAF-9827330E27A4}"/>
              </a:ext>
            </a:extLst>
          </p:cNvPr>
          <p:cNvSpPr>
            <a:spLocks xmlns:a="http://schemas.openxmlformats.org/drawingml/2006/main" noGrp="1"/>
          </p:cNvSpPr>
          <p:nvPr/>
        </p:nvSpPr>
        <p:spPr>
          <a:xfrm xmlns:a="http://schemas.openxmlformats.org/drawingml/2006/main">
            <a:off x="8096250" y="6619875"/>
            <a:ext cx="4762500" cy="1381125"/>
          </a:xfrm>
          <a:prstGeom xmlns:a="http://schemas.openxmlformats.org/drawingml/2006/main" prst="rect">
            <a:avLst/>
          </a:prstGeom>
          <a:solidFill xmlns:a="http://schemas.openxmlformats.org/drawingml/2006/main">
            <a:srgbClr val="F5F8FB"/>
          </a:solidFill>
          <a:ln xmlns:a="http://schemas.openxmlformats.org/drawingml/2006/main" w="14288">
            <a:solidFill>
              <a:srgbClr val="D3DFE9"/>
            </a:solidFill>
            <a:prstDash val="solid"/>
          </a:ln>
        </p:spPr>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e49e5adbbaf54e66"/>
          <a:srcRect xmlns:a="http://schemas.openxmlformats.org/drawingml/2006/main" l="42582" t="33992" r="49863" b="58103"/>
          <a:stretch xmlns:a="http://schemas.openxmlformats.org/drawingml/2006/main"/>
        </p:blipFill>
        <p:spPr>
          <a:xfrm xmlns:a="http://schemas.openxmlformats.org/drawingml/2006/main">
            <a:off x="8248650" y="6753225"/>
            <a:ext cx="552450" cy="523875"/>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2F04CE0C-2E7E-4BA1-AA9C-B5C7D157EE45}"/>
              </a:ext>
            </a:extLst>
          </p:cNvPr>
          <p:cNvSpPr>
            <a:spLocks xmlns:a="http://schemas.openxmlformats.org/drawingml/2006/main" noGrp="1"/>
          </p:cNvSpPr>
          <p:nvPr/>
        </p:nvSpPr>
        <p:spPr>
          <a:xfrm xmlns:a="http://schemas.openxmlformats.org/drawingml/2006/main">
            <a:off x="8953500" y="6791325"/>
            <a:ext cx="3752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E87"/>
                </a:solidFill>
                <a:latin typeface="Nimbus Sans"/>
                <a:ea typeface="Nimbus Sans"/>
                <a:cs typeface="Nimbus Sans"/>
              </a:defRPr>
            </a:pPr>
            <a:r>
              <a:rPr sz="1875" b="1">
                <a:solidFill>
                  <a:srgbClr val="007E87"/>
                </a:solidFill>
                <a:latin typeface="Nimbus Sans"/>
                <a:ea typeface="Nimbus Sans"/>
                <a:cs typeface="Nimbus Sans"/>
              </a:rPr>
              <a:t>Evidence &amp; impact</a:t>
            </a:r>
          </a:p>
        </p:txBody>
      </p:sp>
      <p:sp>
        <p:nvSpPr>
          <p:cNvPr id="42" name="">
            <a:extLst xmlns:a="http://schemas.openxmlformats.org/drawingml/2006/main">
              <a:ext uri="{FF2B5EF4-FFF2-40B4-BE49-F238E27FC236}">
                <a16:creationId xmlns:a16="http://schemas.microsoft.com/office/drawing/2014/main" id="{C9D174DB-3660-4B87-91AC-D445DE5638D4}"/>
              </a:ext>
            </a:extLst>
          </p:cNvPr>
          <p:cNvSpPr>
            <a:spLocks xmlns:a="http://schemas.openxmlformats.org/drawingml/2006/main" noGrp="1"/>
          </p:cNvSpPr>
          <p:nvPr/>
        </p:nvSpPr>
        <p:spPr>
          <a:xfrm xmlns:a="http://schemas.openxmlformats.org/drawingml/2006/main">
            <a:off x="8267700" y="7419975"/>
            <a:ext cx="441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Impact + risk + uncertainty</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Citations + missing data</a:t>
            </a:r>
          </a:p>
        </p:txBody>
      </p:sp>
      <p:sp>
        <p:nvSpPr>
          <p:cNvPr id="46" name="">
            <a:extLst xmlns:a="http://schemas.openxmlformats.org/drawingml/2006/main">
              <a:ext uri="{FF2B5EF4-FFF2-40B4-BE49-F238E27FC236}">
                <a16:creationId xmlns:a16="http://schemas.microsoft.com/office/drawing/2014/main" id="{DBFD9360-DDDB-4C29-9E13-3025B459DB5F}"/>
              </a:ext>
            </a:extLst>
          </p:cNvPr>
          <p:cNvSpPr>
            <a:spLocks xmlns:a="http://schemas.openxmlformats.org/drawingml/2006/main" noGrp="1"/>
          </p:cNvSpPr>
          <p:nvPr/>
        </p:nvSpPr>
        <p:spPr>
          <a:xfrm xmlns:a="http://schemas.openxmlformats.org/drawingml/2006/main">
            <a:off x="13335000" y="2238375"/>
            <a:ext cx="3333750" cy="2619375"/>
          </a:xfrm>
          <a:prstGeom xmlns:a="http://schemas.openxmlformats.org/drawingml/2006/main" prst="rect">
            <a:avLst/>
          </a:prstGeom>
          <a:solidFill xmlns:a="http://schemas.openxmlformats.org/drawingml/2006/main">
            <a:srgbClr val="F5F8FB"/>
          </a:solidFill>
          <a:ln xmlns:a="http://schemas.openxmlformats.org/drawingml/2006/main" w="14288">
            <a:solidFill>
              <a:srgbClr val="D3DFE9"/>
            </a:solidFill>
            <a:prstDash val="solid"/>
          </a:ln>
        </p:spPr>
      </p:sp>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66ce552361914672"/>
          <a:srcRect xmlns:a="http://schemas.openxmlformats.org/drawingml/2006/main" l="275" t="2964" r="89835" b="86364"/>
          <a:stretch xmlns:a="http://schemas.openxmlformats.org/drawingml/2006/main"/>
        </p:blipFill>
        <p:spPr>
          <a:xfrm xmlns:a="http://schemas.openxmlformats.org/drawingml/2006/main">
            <a:off x="13487400" y="2371725"/>
            <a:ext cx="552450" cy="523875"/>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F13B4C99-3E8F-414A-96A8-FCB88EFC9C8B}"/>
              </a:ext>
            </a:extLst>
          </p:cNvPr>
          <p:cNvSpPr>
            <a:spLocks xmlns:a="http://schemas.openxmlformats.org/drawingml/2006/main" noGrp="1"/>
          </p:cNvSpPr>
          <p:nvPr/>
        </p:nvSpPr>
        <p:spPr>
          <a:xfrm xmlns:a="http://schemas.openxmlformats.org/drawingml/2006/main">
            <a:off x="14192250" y="2409825"/>
            <a:ext cx="2324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9AA"/>
                </a:solidFill>
                <a:latin typeface="Nimbus Sans"/>
                <a:ea typeface="Nimbus Sans"/>
                <a:cs typeface="Nimbus Sans"/>
              </a:defRPr>
            </a:pPr>
            <a:r>
              <a:rPr sz="1875" b="1">
                <a:solidFill>
                  <a:srgbClr val="1769AA"/>
                </a:solidFill>
                <a:latin typeface="Nimbus Sans"/>
                <a:ea typeface="Nimbus Sans"/>
                <a:cs typeface="Nimbus Sans"/>
              </a:rPr>
              <a:t>React chat + BI</a:t>
            </a:r>
          </a:p>
        </p:txBody>
      </p:sp>
      <p:sp>
        <p:nvSpPr>
          <p:cNvPr id="49" name="">
            <a:extLst xmlns:a="http://schemas.openxmlformats.org/drawingml/2006/main">
              <a:ext uri="{FF2B5EF4-FFF2-40B4-BE49-F238E27FC236}">
                <a16:creationId xmlns:a16="http://schemas.microsoft.com/office/drawing/2014/main" id="{4192216E-C1AC-42C8-8E4D-3AC3D1F8D5B8}"/>
              </a:ext>
            </a:extLst>
          </p:cNvPr>
          <p:cNvSpPr>
            <a:spLocks xmlns:a="http://schemas.openxmlformats.org/drawingml/2006/main" noGrp="1"/>
          </p:cNvSpPr>
          <p:nvPr/>
        </p:nvSpPr>
        <p:spPr>
          <a:xfrm xmlns:a="http://schemas.openxmlformats.org/drawingml/2006/main">
            <a:off x="13506450" y="3038475"/>
            <a:ext cx="29908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Enterprise SSO</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API Gateway + backend API</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Validated ECharts</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Follow-up filters + drill-down</a:t>
            </a:r>
          </a:p>
        </p:txBody>
      </p:sp>
      <p:sp>
        <p:nvSpPr>
          <p:cNvPr id="50" name="">
            <a:extLst xmlns:a="http://schemas.openxmlformats.org/drawingml/2006/main">
              <a:ext uri="{FF2B5EF4-FFF2-40B4-BE49-F238E27FC236}">
                <a16:creationId xmlns:a16="http://schemas.microsoft.com/office/drawing/2014/main" id="{4018EBE1-3228-4CF8-B38D-6242FFCAB2CE}"/>
              </a:ext>
            </a:extLst>
          </p:cNvPr>
          <p:cNvSpPr>
            <a:spLocks xmlns:a="http://schemas.openxmlformats.org/drawingml/2006/main" noGrp="1"/>
          </p:cNvSpPr>
          <p:nvPr/>
        </p:nvSpPr>
        <p:spPr>
          <a:xfrm xmlns:a="http://schemas.openxmlformats.org/drawingml/2006/main">
            <a:off x="13335000" y="5381625"/>
            <a:ext cx="3333750" cy="2619375"/>
          </a:xfrm>
          <a:prstGeom xmlns:a="http://schemas.openxmlformats.org/drawingml/2006/main" prst="rect">
            <a:avLst/>
          </a:prstGeom>
          <a:solidFill xmlns:a="http://schemas.openxmlformats.org/drawingml/2006/main">
            <a:srgbClr val="F5F8FB"/>
          </a:solidFill>
          <a:ln xmlns:a="http://schemas.openxmlformats.org/drawingml/2006/main" w="14288">
            <a:solidFill>
              <a:srgbClr val="D3DFE9"/>
            </a:solidFill>
            <a:prstDash val="solid"/>
          </a:ln>
        </p:spPr>
      </p:sp>
      <p:pic>
        <p:nvPicPr>
          <p:cNvPr id="113" name=""/>
          <p:cNvPicPr>
            <a:picLocks xmlns:a="http://schemas.openxmlformats.org/drawingml/2006/main" noChangeAspect="1"/>
          </p:cNvPicPr>
          <p:nvPr/>
        </p:nvPicPr>
        <p:blipFill>
          <a:blip xmlns:r="http://schemas.openxmlformats.org/officeDocument/2006/relationships" xmlns:a="http://schemas.openxmlformats.org/drawingml/2006/main" r:embed="Rf4c2183ce78a466e"/>
          <a:srcRect xmlns:a="http://schemas.openxmlformats.org/drawingml/2006/main" l="65110" t="32806" r="29808" b="58498"/>
          <a:stretch xmlns:a="http://schemas.openxmlformats.org/drawingml/2006/main"/>
        </p:blipFill>
        <p:spPr>
          <a:xfrm xmlns:a="http://schemas.openxmlformats.org/drawingml/2006/main">
            <a:off x="13487400" y="5514975"/>
            <a:ext cx="552450" cy="523875"/>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BF64DB41-7900-4AB4-B797-AC14FD3DCF13}"/>
              </a:ext>
            </a:extLst>
          </p:cNvPr>
          <p:cNvSpPr>
            <a:spLocks xmlns:a="http://schemas.openxmlformats.org/drawingml/2006/main" noGrp="1"/>
          </p:cNvSpPr>
          <p:nvPr/>
        </p:nvSpPr>
        <p:spPr>
          <a:xfrm xmlns:a="http://schemas.openxmlformats.org/drawingml/2006/main">
            <a:off x="14192250" y="5553075"/>
            <a:ext cx="2324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9AA"/>
                </a:solidFill>
                <a:latin typeface="Nimbus Sans"/>
                <a:ea typeface="Nimbus Sans"/>
                <a:cs typeface="Nimbus Sans"/>
              </a:defRPr>
            </a:pPr>
            <a:r>
              <a:rPr sz="1875" b="1">
                <a:solidFill>
                  <a:srgbClr val="1769AA"/>
                </a:solidFill>
                <a:latin typeface="Nimbus Sans"/>
                <a:ea typeface="Nimbus Sans"/>
                <a:cs typeface="Nimbus Sans"/>
              </a:rPr>
              <a:t>Decision support</a:t>
            </a:r>
          </a:p>
        </p:txBody>
      </p:sp>
      <p:sp>
        <p:nvSpPr>
          <p:cNvPr id="53" name="">
            <a:extLst xmlns:a="http://schemas.openxmlformats.org/drawingml/2006/main">
              <a:ext uri="{FF2B5EF4-FFF2-40B4-BE49-F238E27FC236}">
                <a16:creationId xmlns:a16="http://schemas.microsoft.com/office/drawing/2014/main" id="{B7536191-C61D-4604-A644-D2813A09CBFE}"/>
              </a:ext>
            </a:extLst>
          </p:cNvPr>
          <p:cNvSpPr>
            <a:spLocks xmlns:a="http://schemas.openxmlformats.org/drawingml/2006/main" noGrp="1"/>
          </p:cNvSpPr>
          <p:nvPr/>
        </p:nvSpPr>
        <p:spPr>
          <a:xfrm xmlns:a="http://schemas.openxmlformats.org/drawingml/2006/main">
            <a:off x="13506450" y="6181725"/>
            <a:ext cx="29908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KPIs + comparisons</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Similar changes + citations</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Owner reviews findings</a:t>
            </a:r>
          </a:p>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Human change approval</a:t>
            </a:r>
          </a:p>
        </p:txBody>
      </p:sp>
      <p:sp>
        <p:nvSpPr>
          <p:cNvPr id="56" name="">
            <a:extLst xmlns:a="http://schemas.openxmlformats.org/drawingml/2006/main">
              <a:ext uri="{FF2B5EF4-FFF2-40B4-BE49-F238E27FC236}">
                <a16:creationId xmlns:a16="http://schemas.microsoft.com/office/drawing/2014/main" id="{716F94DA-8EBE-4261-993A-74AEF39C8F02}"/>
              </a:ext>
            </a:extLst>
          </p:cNvPr>
          <p:cNvSpPr>
            <a:spLocks xmlns:a="http://schemas.openxmlformats.org/drawingml/2006/main" noGrp="1"/>
          </p:cNvSpPr>
          <p:nvPr/>
        </p:nvSpPr>
        <p:spPr>
          <a:xfrm xmlns:a="http://schemas.openxmlformats.org/drawingml/2006/main">
            <a:off x="3619500" y="8124825"/>
            <a:ext cx="923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478"/>
                </a:solidFill>
                <a:latin typeface="Nimbus Sans"/>
                <a:ea typeface="Nimbus Sans"/>
                <a:cs typeface="Nimbus Sans"/>
              </a:defRPr>
            </a:pPr>
            <a:r>
              <a:rPr sz="1725" b="0">
                <a:solidFill>
                  <a:srgbClr val="526478"/>
                </a:solidFill>
                <a:latin typeface="Nimbus Sans"/>
                <a:ea typeface="Nimbus Sans"/>
                <a:cs typeface="Nimbus Sans"/>
              </a:rPr>
              <a:t>Future: Neptune dependency graph from verified CMDB / service links</a:t>
            </a:r>
          </a:p>
        </p:txBody>
      </p:sp>
      <p:sp>
        <p:nvSpPr>
          <p:cNvPr id="57" name="">
            <a:extLst xmlns:a="http://schemas.openxmlformats.org/drawingml/2006/main">
              <a:ext uri="{FF2B5EF4-FFF2-40B4-BE49-F238E27FC236}">
                <a16:creationId xmlns:a16="http://schemas.microsoft.com/office/drawing/2014/main" id="{CEBCD88C-EBDE-4764-86CA-279C85267744}"/>
              </a:ext>
            </a:extLst>
          </p:cNvPr>
          <p:cNvSpPr>
            <a:spLocks xmlns:a="http://schemas.openxmlformats.org/drawingml/2006/main" noGrp="1"/>
          </p:cNvSpPr>
          <p:nvPr/>
        </p:nvSpPr>
        <p:spPr>
          <a:xfrm xmlns:a="http://schemas.openxmlformats.org/drawingml/2006/main">
            <a:off x="476250" y="8572500"/>
            <a:ext cx="16192500" cy="704850"/>
          </a:xfrm>
          <a:prstGeom xmlns:a="http://schemas.openxmlformats.org/drawingml/2006/main" prst="rect">
            <a:avLst/>
          </a:prstGeom>
          <a:solidFill xmlns:a="http://schemas.openxmlformats.org/drawingml/2006/main">
            <a:srgbClr val="102D4A"/>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95DF1EEF-079B-4EFD-B037-0F4473772108}"/>
              </a:ext>
            </a:extLst>
          </p:cNvPr>
          <p:cNvSpPr>
            <a:spLocks xmlns:a="http://schemas.openxmlformats.org/drawingml/2006/main" noGrp="1"/>
          </p:cNvSpPr>
          <p:nvPr/>
        </p:nvSpPr>
        <p:spPr>
          <a:xfrm xmlns:a="http://schemas.openxmlformats.org/drawingml/2006/main">
            <a:off x="647700" y="873442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Nimbus Sans"/>
                <a:ea typeface="Nimbus Sans"/>
                <a:cs typeface="Nimbus Sans"/>
              </a:defRPr>
            </a:pPr>
            <a:r>
              <a:rPr sz="1800" b="1">
                <a:solidFill>
                  <a:srgbClr val="FFFFFF"/>
                </a:solidFill>
                <a:latin typeface="Nimbus Sans"/>
                <a:ea typeface="Nimbus Sans"/>
                <a:cs typeface="Nimbus Sans"/>
              </a:rPr>
              <a:t>BANKING CONTROLS</a:t>
            </a:r>
          </a:p>
        </p:txBody>
      </p:sp>
      <p:sp>
        <p:nvSpPr>
          <p:cNvPr id="59" name="">
            <a:extLst xmlns:a="http://schemas.openxmlformats.org/drawingml/2006/main">
              <a:ext uri="{FF2B5EF4-FFF2-40B4-BE49-F238E27FC236}">
                <a16:creationId xmlns:a16="http://schemas.microsoft.com/office/drawing/2014/main" id="{01896FE1-E002-4A35-875B-19EBC7BD946D}"/>
              </a:ext>
            </a:extLst>
          </p:cNvPr>
          <p:cNvSpPr>
            <a:spLocks xmlns:a="http://schemas.openxmlformats.org/drawingml/2006/main" noGrp="1"/>
          </p:cNvSpPr>
          <p:nvPr/>
        </p:nvSpPr>
        <p:spPr>
          <a:xfrm xmlns:a="http://schemas.openxmlformats.org/drawingml/2006/main">
            <a:off x="4000500" y="8610600"/>
            <a:ext cx="12382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IAM + Lake Formation / search ACLs     KMS     Bedrock Guardrails     Query validation</a:t>
            </a:r>
          </a:p>
          <a:p xmlns:a="http://schemas.openxmlformats.org/drawingml/2006/main">
            <a:pPr>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CloudWatch + CloudTrail audit     Model evaluation     Lineage + cost limits</a:t>
            </a:r>
          </a:p>
        </p:txBody>
      </p:sp>
      <p:sp>
        <p:nvSpPr>
          <p:cNvPr id="60" name="">
            <a:extLst xmlns:a="http://schemas.openxmlformats.org/drawingml/2006/main">
              <a:ext uri="{FF2B5EF4-FFF2-40B4-BE49-F238E27FC236}">
                <a16:creationId xmlns:a16="http://schemas.microsoft.com/office/drawing/2014/main" id="{19624A89-4105-4BF4-9CBC-F0AF9615DC83}"/>
              </a:ext>
            </a:extLst>
          </p:cNvPr>
          <p:cNvSpPr>
            <a:spLocks xmlns:a="http://schemas.openxmlformats.org/drawingml/2006/main" noGrp="1"/>
          </p:cNvSpPr>
          <p:nvPr/>
        </p:nvSpPr>
        <p:spPr>
          <a:xfrm xmlns:a="http://schemas.openxmlformats.org/drawingml/2006/main">
            <a:off x="476250" y="9315450"/>
            <a:ext cx="1619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78"/>
                </a:solidFill>
                <a:latin typeface="Nimbus Sans"/>
                <a:ea typeface="Nimbus Sans"/>
                <a:cs typeface="Nimbus Sans"/>
              </a:defRPr>
            </a:pPr>
            <a:r>
              <a:rPr sz="1800" b="0">
                <a:solidFill>
                  <a:srgbClr val="526478"/>
                </a:solidFill>
                <a:latin typeface="Nimbus Sans"/>
                <a:ea typeface="Nimbus Sans"/>
                <a:cs typeface="Nimbus Sans"/>
              </a:rPr>
              <a:t>Jira shows delivery progress. Production impact requires explicit incident, rollback or telemetry evidence.</a:t>
            </a:r>
          </a:p>
        </p:txBody>
      </p:sp>
    </p:spTree>
    <p:extLst>
      <p:ext uri="{BB962C8B-B14F-4D97-AF65-F5344CB8AC3E}">
        <p14:creationId xmlns:p14="http://schemas.microsoft.com/office/powerpoint/2010/main" val="16580785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2026-10-02T15:30:42.4350000Z</dcterms:created>
  <dcterms:modified xsi:type="dcterms:W3CDTF">2026-10-02T15:30:42.4350000Z</dcterms:modified>
</coreProperties>
</file>